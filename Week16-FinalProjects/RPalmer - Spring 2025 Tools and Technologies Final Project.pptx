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70" d="100"/>
          <a:sy n="70" d="100"/>
        </p:scale>
        <p:origin x="12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5/8/2025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5/8/2025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5/8/2025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5/8/2025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5/8/2025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5/8/2025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5/8/2025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5/8/2025</a:t>
            </a:fld>
            <a:endParaRPr lang="en-US" dirty="0"/>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C7423-998B-EFB0-A296-089736E64213}"/>
              </a:ext>
            </a:extLst>
          </p:cNvPr>
          <p:cNvSpPr>
            <a:spLocks noGrp="1"/>
          </p:cNvSpPr>
          <p:nvPr>
            <p:ph type="ctrTitle"/>
          </p:nvPr>
        </p:nvSpPr>
        <p:spPr/>
        <p:txBody>
          <a:bodyPr/>
          <a:lstStyle/>
          <a:p>
            <a:r>
              <a:rPr lang="en-US" dirty="0"/>
              <a:t>Spring 2025 Tools and Technologies Final Project</a:t>
            </a:r>
          </a:p>
        </p:txBody>
      </p:sp>
      <p:sp>
        <p:nvSpPr>
          <p:cNvPr id="3" name="Subtitle 2">
            <a:extLst>
              <a:ext uri="{FF2B5EF4-FFF2-40B4-BE49-F238E27FC236}">
                <a16:creationId xmlns:a16="http://schemas.microsoft.com/office/drawing/2014/main" id="{634F831C-37F6-716F-28FD-CAC6DF8F6A19}"/>
              </a:ext>
            </a:extLst>
          </p:cNvPr>
          <p:cNvSpPr>
            <a:spLocks noGrp="1"/>
          </p:cNvSpPr>
          <p:nvPr>
            <p:ph type="subTitle" idx="1"/>
          </p:nvPr>
        </p:nvSpPr>
        <p:spPr/>
        <p:txBody>
          <a:bodyPr/>
          <a:lstStyle/>
          <a:p>
            <a:r>
              <a:rPr lang="en-US" dirty="0"/>
              <a:t>By Robert Palmer</a:t>
            </a:r>
          </a:p>
        </p:txBody>
      </p:sp>
    </p:spTree>
    <p:extLst>
      <p:ext uri="{BB962C8B-B14F-4D97-AF65-F5344CB8AC3E}">
        <p14:creationId xmlns:p14="http://schemas.microsoft.com/office/powerpoint/2010/main" val="40856775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DC76A-A56B-C1BF-7173-798A2B245F3E}"/>
              </a:ext>
            </a:extLst>
          </p:cNvPr>
          <p:cNvSpPr>
            <a:spLocks noGrp="1"/>
          </p:cNvSpPr>
          <p:nvPr>
            <p:ph type="title"/>
          </p:nvPr>
        </p:nvSpPr>
        <p:spPr/>
        <p:txBody>
          <a:bodyPr/>
          <a:lstStyle/>
          <a:p>
            <a:r>
              <a:rPr lang="en-US" dirty="0"/>
              <a:t>Favorite Tool</a:t>
            </a:r>
          </a:p>
        </p:txBody>
      </p:sp>
      <p:sp>
        <p:nvSpPr>
          <p:cNvPr id="3" name="Content Placeholder 2">
            <a:extLst>
              <a:ext uri="{FF2B5EF4-FFF2-40B4-BE49-F238E27FC236}">
                <a16:creationId xmlns:a16="http://schemas.microsoft.com/office/drawing/2014/main" id="{5CB0988D-BC86-1513-A67E-1D9BF13D2E6F}"/>
              </a:ext>
            </a:extLst>
          </p:cNvPr>
          <p:cNvSpPr>
            <a:spLocks noGrp="1"/>
          </p:cNvSpPr>
          <p:nvPr>
            <p:ph idx="1"/>
          </p:nvPr>
        </p:nvSpPr>
        <p:spPr>
          <a:xfrm>
            <a:off x="913795" y="2096064"/>
            <a:ext cx="10353762" cy="4152336"/>
          </a:xfrm>
        </p:spPr>
        <p:txBody>
          <a:bodyPr/>
          <a:lstStyle/>
          <a:p>
            <a:r>
              <a:rPr lang="en-US" dirty="0"/>
              <a:t>Surprisingly, I liked using Git, even with the learning curve</a:t>
            </a:r>
          </a:p>
          <a:p>
            <a:pPr lvl="1"/>
            <a:r>
              <a:rPr lang="en-US" dirty="0"/>
              <a:t>I’ve had personal projects in the past collapse due to lack of version control or having a central repository for files and changes</a:t>
            </a:r>
          </a:p>
          <a:p>
            <a:pPr lvl="1"/>
            <a:r>
              <a:rPr lang="en-US" dirty="0"/>
              <a:t>Look at these attempts over many years</a:t>
            </a:r>
            <a:br>
              <a:rPr lang="en-US" dirty="0"/>
            </a:br>
            <a:r>
              <a:rPr lang="en-US" dirty="0"/>
              <a:t>to remember what I was doing and what</a:t>
            </a:r>
            <a:br>
              <a:rPr lang="en-US" dirty="0"/>
            </a:br>
            <a:r>
              <a:rPr lang="en-US" dirty="0"/>
              <a:t>my thoughts were at the time</a:t>
            </a:r>
          </a:p>
          <a:p>
            <a:pPr lvl="1"/>
            <a:r>
              <a:rPr lang="en-US" dirty="0"/>
              <a:t>Every time I come back to this project I</a:t>
            </a:r>
            <a:br>
              <a:rPr lang="en-US" dirty="0"/>
            </a:br>
            <a:r>
              <a:rPr lang="en-US" dirty="0"/>
              <a:t>spend weeks rereading notes. What was</a:t>
            </a:r>
            <a:br>
              <a:rPr lang="en-US" dirty="0"/>
            </a:br>
            <a:r>
              <a:rPr lang="en-US" dirty="0"/>
              <a:t>I even doing ten years ago? It is a mystery.</a:t>
            </a:r>
            <a:br>
              <a:rPr lang="en-US" dirty="0"/>
            </a:br>
            <a:r>
              <a:rPr lang="en-US" dirty="0"/>
              <a:t>Eventually I give up until the next time </a:t>
            </a:r>
          </a:p>
        </p:txBody>
      </p:sp>
      <p:pic>
        <p:nvPicPr>
          <p:cNvPr id="5" name="Picture 4">
            <a:extLst>
              <a:ext uri="{FF2B5EF4-FFF2-40B4-BE49-F238E27FC236}">
                <a16:creationId xmlns:a16="http://schemas.microsoft.com/office/drawing/2014/main" id="{4BABA2CF-45EA-7699-9D37-E8BA8B8BE7CB}"/>
              </a:ext>
            </a:extLst>
          </p:cNvPr>
          <p:cNvPicPr>
            <a:picLocks noChangeAspect="1"/>
          </p:cNvPicPr>
          <p:nvPr/>
        </p:nvPicPr>
        <p:blipFill>
          <a:blip r:embed="rId2"/>
          <a:stretch>
            <a:fillRect/>
          </a:stretch>
        </p:blipFill>
        <p:spPr>
          <a:xfrm>
            <a:off x="6096000" y="3130155"/>
            <a:ext cx="5171556" cy="2737436"/>
          </a:xfrm>
          <a:prstGeom prst="rect">
            <a:avLst/>
          </a:prstGeom>
        </p:spPr>
      </p:pic>
    </p:spTree>
    <p:extLst>
      <p:ext uri="{BB962C8B-B14F-4D97-AF65-F5344CB8AC3E}">
        <p14:creationId xmlns:p14="http://schemas.microsoft.com/office/powerpoint/2010/main" val="32192125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6FE90-8297-E019-7634-FED398CCCD88}"/>
              </a:ext>
            </a:extLst>
          </p:cNvPr>
          <p:cNvSpPr>
            <a:spLocks noGrp="1"/>
          </p:cNvSpPr>
          <p:nvPr>
            <p:ph type="title"/>
          </p:nvPr>
        </p:nvSpPr>
        <p:spPr/>
        <p:txBody>
          <a:bodyPr/>
          <a:lstStyle/>
          <a:p>
            <a:r>
              <a:rPr lang="en-US" dirty="0"/>
              <a:t>Everything in one place</a:t>
            </a:r>
          </a:p>
        </p:txBody>
      </p:sp>
      <p:sp>
        <p:nvSpPr>
          <p:cNvPr id="3" name="Content Placeholder 2">
            <a:extLst>
              <a:ext uri="{FF2B5EF4-FFF2-40B4-BE49-F238E27FC236}">
                <a16:creationId xmlns:a16="http://schemas.microsoft.com/office/drawing/2014/main" id="{95A9CA20-5FDD-5461-43CA-E66B47EE350C}"/>
              </a:ext>
            </a:extLst>
          </p:cNvPr>
          <p:cNvSpPr>
            <a:spLocks noGrp="1"/>
          </p:cNvSpPr>
          <p:nvPr>
            <p:ph idx="1"/>
          </p:nvPr>
        </p:nvSpPr>
        <p:spPr/>
        <p:txBody>
          <a:bodyPr/>
          <a:lstStyle/>
          <a:p>
            <a:r>
              <a:rPr lang="en-US" dirty="0"/>
              <a:t>A Git repository keeps everything in one place in the cloud, making finding and recovering files much easier than digging through directories on a hard drive from 2016.</a:t>
            </a:r>
          </a:p>
          <a:p>
            <a:r>
              <a:rPr lang="en-US" dirty="0"/>
              <a:t>Git makes it easier to share files and keep records. I used to be part of a broader modding community that has since faded away. Much of the outside coding expertise I used to rely on is now lost in ancient chat rooms. If we had used Git there would still be a record of their contributions</a:t>
            </a:r>
          </a:p>
        </p:txBody>
      </p:sp>
    </p:spTree>
    <p:extLst>
      <p:ext uri="{BB962C8B-B14F-4D97-AF65-F5344CB8AC3E}">
        <p14:creationId xmlns:p14="http://schemas.microsoft.com/office/powerpoint/2010/main" val="23410882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D0EDE-4B47-522F-9767-7221C670D069}"/>
              </a:ext>
            </a:extLst>
          </p:cNvPr>
          <p:cNvSpPr>
            <a:spLocks noGrp="1"/>
          </p:cNvSpPr>
          <p:nvPr>
            <p:ph type="title"/>
          </p:nvPr>
        </p:nvSpPr>
        <p:spPr/>
        <p:txBody>
          <a:bodyPr/>
          <a:lstStyle/>
          <a:p>
            <a:r>
              <a:rPr lang="en-US" dirty="0"/>
              <a:t>Version control</a:t>
            </a:r>
          </a:p>
        </p:txBody>
      </p:sp>
      <p:sp>
        <p:nvSpPr>
          <p:cNvPr id="3" name="Content Placeholder 2">
            <a:extLst>
              <a:ext uri="{FF2B5EF4-FFF2-40B4-BE49-F238E27FC236}">
                <a16:creationId xmlns:a16="http://schemas.microsoft.com/office/drawing/2014/main" id="{26AE277D-FF65-B85E-5D14-FB1AF5C4E327}"/>
              </a:ext>
            </a:extLst>
          </p:cNvPr>
          <p:cNvSpPr>
            <a:spLocks noGrp="1"/>
          </p:cNvSpPr>
          <p:nvPr>
            <p:ph idx="1"/>
          </p:nvPr>
        </p:nvSpPr>
        <p:spPr/>
        <p:txBody>
          <a:bodyPr>
            <a:normAutofit lnSpcReduction="10000"/>
          </a:bodyPr>
          <a:lstStyle/>
          <a:p>
            <a:r>
              <a:rPr lang="en-US" dirty="0"/>
              <a:t>There are 36 attempts to fix one file listed here.</a:t>
            </a:r>
          </a:p>
          <a:p>
            <a:r>
              <a:rPr lang="en-US" dirty="0"/>
              <a:t>I have no idea what the problem was</a:t>
            </a:r>
            <a:br>
              <a:rPr lang="en-US" dirty="0"/>
            </a:br>
            <a:r>
              <a:rPr lang="en-US" dirty="0"/>
              <a:t>or how I fixed it. Or even if I fixed it.</a:t>
            </a:r>
          </a:p>
          <a:p>
            <a:r>
              <a:rPr lang="en-US" dirty="0"/>
              <a:t>What was I trying to achieve? I don’t</a:t>
            </a:r>
            <a:br>
              <a:rPr lang="en-US" dirty="0"/>
            </a:br>
            <a:r>
              <a:rPr lang="en-US" dirty="0"/>
              <a:t>know! There are no records except</a:t>
            </a:r>
            <a:br>
              <a:rPr lang="en-US" dirty="0"/>
            </a:br>
            <a:r>
              <a:rPr lang="en-US" dirty="0"/>
              <a:t>for 36 uncommented ‘undo’ files</a:t>
            </a:r>
          </a:p>
          <a:p>
            <a:r>
              <a:rPr lang="en-US" dirty="0"/>
              <a:t>Git would at least have a changelog,</a:t>
            </a:r>
            <a:br>
              <a:rPr lang="en-US" dirty="0"/>
            </a:br>
            <a:r>
              <a:rPr lang="en-US" dirty="0"/>
              <a:t>even if I didn’t submit comments</a:t>
            </a:r>
            <a:br>
              <a:rPr lang="en-US" dirty="0"/>
            </a:br>
            <a:r>
              <a:rPr lang="en-US" dirty="0"/>
              <a:t>with my commit</a:t>
            </a:r>
          </a:p>
        </p:txBody>
      </p:sp>
      <p:pic>
        <p:nvPicPr>
          <p:cNvPr id="7" name="Picture 6">
            <a:extLst>
              <a:ext uri="{FF2B5EF4-FFF2-40B4-BE49-F238E27FC236}">
                <a16:creationId xmlns:a16="http://schemas.microsoft.com/office/drawing/2014/main" id="{DF6D8486-7A48-83FB-1982-EA85BB654F54}"/>
              </a:ext>
            </a:extLst>
          </p:cNvPr>
          <p:cNvPicPr>
            <a:picLocks noChangeAspect="1"/>
          </p:cNvPicPr>
          <p:nvPr/>
        </p:nvPicPr>
        <p:blipFill>
          <a:blip r:embed="rId2"/>
          <a:stretch>
            <a:fillRect/>
          </a:stretch>
        </p:blipFill>
        <p:spPr>
          <a:xfrm>
            <a:off x="5735695" y="2604121"/>
            <a:ext cx="5542509" cy="3644280"/>
          </a:xfrm>
          <a:prstGeom prst="rect">
            <a:avLst/>
          </a:prstGeom>
        </p:spPr>
      </p:pic>
    </p:spTree>
    <p:extLst>
      <p:ext uri="{BB962C8B-B14F-4D97-AF65-F5344CB8AC3E}">
        <p14:creationId xmlns:p14="http://schemas.microsoft.com/office/powerpoint/2010/main" val="2489312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D072E-4222-BDE7-A771-0818E861C794}"/>
              </a:ext>
            </a:extLst>
          </p:cNvPr>
          <p:cNvSpPr>
            <a:spLocks noGrp="1"/>
          </p:cNvSpPr>
          <p:nvPr>
            <p:ph type="title"/>
          </p:nvPr>
        </p:nvSpPr>
        <p:spPr/>
        <p:txBody>
          <a:bodyPr/>
          <a:lstStyle/>
          <a:p>
            <a:r>
              <a:rPr lang="en-US" dirty="0"/>
              <a:t>What project is git suited for?</a:t>
            </a:r>
          </a:p>
        </p:txBody>
      </p:sp>
      <p:sp>
        <p:nvSpPr>
          <p:cNvPr id="3" name="Content Placeholder 2">
            <a:extLst>
              <a:ext uri="{FF2B5EF4-FFF2-40B4-BE49-F238E27FC236}">
                <a16:creationId xmlns:a16="http://schemas.microsoft.com/office/drawing/2014/main" id="{1233BE53-E4D5-D643-8962-25F408C8E63E}"/>
              </a:ext>
            </a:extLst>
          </p:cNvPr>
          <p:cNvSpPr>
            <a:spLocks noGrp="1"/>
          </p:cNvSpPr>
          <p:nvPr>
            <p:ph idx="1"/>
          </p:nvPr>
        </p:nvSpPr>
        <p:spPr/>
        <p:txBody>
          <a:bodyPr/>
          <a:lstStyle/>
          <a:p>
            <a:r>
              <a:rPr lang="en-US" dirty="0"/>
              <a:t>Git is best suited for any text heavy project where tracking changes is important.</a:t>
            </a:r>
          </a:p>
          <a:p>
            <a:r>
              <a:rPr lang="en-US" dirty="0"/>
              <a:t>The changes can be version control or credit for collaboration</a:t>
            </a:r>
          </a:p>
          <a:p>
            <a:r>
              <a:rPr lang="en-US" dirty="0"/>
              <a:t>Git is also well suited to creating branches of a working project for experimentation without wrecking the working version, and easily reverting failed changes</a:t>
            </a:r>
          </a:p>
          <a:p>
            <a:pPr lvl="1"/>
            <a:r>
              <a:rPr lang="en-US" dirty="0"/>
              <a:t>Coding</a:t>
            </a:r>
          </a:p>
          <a:p>
            <a:pPr lvl="1"/>
            <a:r>
              <a:rPr lang="en-US" dirty="0"/>
              <a:t>Documentation</a:t>
            </a:r>
          </a:p>
          <a:p>
            <a:pPr lvl="1"/>
            <a:r>
              <a:rPr lang="en-US" dirty="0"/>
              <a:t>Collaborative Writing</a:t>
            </a:r>
          </a:p>
          <a:p>
            <a:r>
              <a:rPr lang="en-US" dirty="0"/>
              <a:t>Free is a pretty good price for small projects</a:t>
            </a:r>
          </a:p>
          <a:p>
            <a:pPr lvl="1"/>
            <a:endParaRPr lang="en-US" dirty="0"/>
          </a:p>
        </p:txBody>
      </p:sp>
    </p:spTree>
    <p:extLst>
      <p:ext uri="{BB962C8B-B14F-4D97-AF65-F5344CB8AC3E}">
        <p14:creationId xmlns:p14="http://schemas.microsoft.com/office/powerpoint/2010/main" val="2313664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60D01-D47F-AF8A-A36F-4F0CA13D4E2E}"/>
              </a:ext>
            </a:extLst>
          </p:cNvPr>
          <p:cNvSpPr>
            <a:spLocks noGrp="1"/>
          </p:cNvSpPr>
          <p:nvPr>
            <p:ph type="title"/>
          </p:nvPr>
        </p:nvSpPr>
        <p:spPr/>
        <p:txBody>
          <a:bodyPr/>
          <a:lstStyle/>
          <a:p>
            <a:r>
              <a:rPr lang="en-US" dirty="0"/>
              <a:t>What is Git bad at?</a:t>
            </a:r>
          </a:p>
        </p:txBody>
      </p:sp>
      <p:sp>
        <p:nvSpPr>
          <p:cNvPr id="3" name="Content Placeholder 2">
            <a:extLst>
              <a:ext uri="{FF2B5EF4-FFF2-40B4-BE49-F238E27FC236}">
                <a16:creationId xmlns:a16="http://schemas.microsoft.com/office/drawing/2014/main" id="{E4FB8A2D-2A64-3B95-AD02-F5B6B53073B3}"/>
              </a:ext>
            </a:extLst>
          </p:cNvPr>
          <p:cNvSpPr>
            <a:spLocks noGrp="1"/>
          </p:cNvSpPr>
          <p:nvPr>
            <p:ph idx="1"/>
          </p:nvPr>
        </p:nvSpPr>
        <p:spPr/>
        <p:txBody>
          <a:bodyPr/>
          <a:lstStyle/>
          <a:p>
            <a:r>
              <a:rPr lang="en-US" dirty="0"/>
              <a:t>Ultimately, the cloud is just other people’s computers. Your data is only as secure as their servers.</a:t>
            </a:r>
          </a:p>
          <a:p>
            <a:r>
              <a:rPr lang="en-US" dirty="0"/>
              <a:t>Git has maximum storage of just 500 MB with 1 GB of data transfer a month for free accounts. While this is a lot for text, its not very much for larger projects involving images or video.</a:t>
            </a:r>
          </a:p>
          <a:p>
            <a:r>
              <a:rPr lang="en-US" dirty="0"/>
              <a:t>Git has very basic markdown support and it’s annoying to view anything other than markdown files without opening them locally.</a:t>
            </a:r>
          </a:p>
          <a:p>
            <a:r>
              <a:rPr lang="en-US" dirty="0"/>
              <a:t>Anything complex is probably better done in another tool</a:t>
            </a:r>
          </a:p>
        </p:txBody>
      </p:sp>
    </p:spTree>
    <p:extLst>
      <p:ext uri="{BB962C8B-B14F-4D97-AF65-F5344CB8AC3E}">
        <p14:creationId xmlns:p14="http://schemas.microsoft.com/office/powerpoint/2010/main" val="9202157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DD8C4-9765-894E-2822-30AEE9E270F1}"/>
              </a:ext>
            </a:extLst>
          </p:cNvPr>
          <p:cNvSpPr>
            <a:spLocks noGrp="1"/>
          </p:cNvSpPr>
          <p:nvPr>
            <p:ph type="title"/>
          </p:nvPr>
        </p:nvSpPr>
        <p:spPr/>
        <p:txBody>
          <a:bodyPr/>
          <a:lstStyle/>
          <a:p>
            <a:r>
              <a:rPr lang="en-US" dirty="0"/>
              <a:t>Scenario 1</a:t>
            </a:r>
          </a:p>
        </p:txBody>
      </p:sp>
      <p:sp>
        <p:nvSpPr>
          <p:cNvPr id="3" name="Content Placeholder 2">
            <a:extLst>
              <a:ext uri="{FF2B5EF4-FFF2-40B4-BE49-F238E27FC236}">
                <a16:creationId xmlns:a16="http://schemas.microsoft.com/office/drawing/2014/main" id="{5318EB5F-F053-7DE1-D415-72B149DB89B5}"/>
              </a:ext>
            </a:extLst>
          </p:cNvPr>
          <p:cNvSpPr>
            <a:spLocks noGrp="1"/>
          </p:cNvSpPr>
          <p:nvPr>
            <p:ph idx="1"/>
          </p:nvPr>
        </p:nvSpPr>
        <p:spPr>
          <a:xfrm>
            <a:off x="2971859" y="2123360"/>
            <a:ext cx="6237632" cy="3695136"/>
          </a:xfrm>
        </p:spPr>
        <p:txBody>
          <a:bodyPr>
            <a:normAutofit/>
          </a:bodyPr>
          <a:lstStyle/>
          <a:p>
            <a:r>
              <a:rPr lang="en-US" sz="2800" dirty="0"/>
              <a:t>Sole writer</a:t>
            </a:r>
          </a:p>
          <a:p>
            <a:r>
              <a:rPr lang="en-US" sz="2800" dirty="0"/>
              <a:t>Small startup</a:t>
            </a:r>
          </a:p>
          <a:p>
            <a:r>
              <a:rPr lang="en-US" sz="2800" dirty="0"/>
              <a:t>Limited funds</a:t>
            </a:r>
          </a:p>
          <a:p>
            <a:r>
              <a:rPr lang="en-US" sz="2800" dirty="0"/>
              <a:t>New web app with mobile version</a:t>
            </a:r>
          </a:p>
          <a:p>
            <a:r>
              <a:rPr lang="en-US" sz="2800" dirty="0"/>
              <a:t>No translation</a:t>
            </a:r>
          </a:p>
        </p:txBody>
      </p:sp>
    </p:spTree>
    <p:extLst>
      <p:ext uri="{BB962C8B-B14F-4D97-AF65-F5344CB8AC3E}">
        <p14:creationId xmlns:p14="http://schemas.microsoft.com/office/powerpoint/2010/main" val="3735919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BC79B-DDDA-896B-FB53-38F8EE8C5E9E}"/>
              </a:ext>
            </a:extLst>
          </p:cNvPr>
          <p:cNvSpPr>
            <a:spLocks noGrp="1"/>
          </p:cNvSpPr>
          <p:nvPr>
            <p:ph type="title"/>
          </p:nvPr>
        </p:nvSpPr>
        <p:spPr/>
        <p:txBody>
          <a:bodyPr/>
          <a:lstStyle/>
          <a:p>
            <a:r>
              <a:rPr lang="en-US" dirty="0"/>
              <a:t>Free is good</a:t>
            </a:r>
          </a:p>
        </p:txBody>
      </p:sp>
      <p:sp>
        <p:nvSpPr>
          <p:cNvPr id="3" name="Content Placeholder 2">
            <a:extLst>
              <a:ext uri="{FF2B5EF4-FFF2-40B4-BE49-F238E27FC236}">
                <a16:creationId xmlns:a16="http://schemas.microsoft.com/office/drawing/2014/main" id="{F144A458-E57C-B772-0F9C-1178F83CABF6}"/>
              </a:ext>
            </a:extLst>
          </p:cNvPr>
          <p:cNvSpPr>
            <a:spLocks noGrp="1"/>
          </p:cNvSpPr>
          <p:nvPr>
            <p:ph idx="1"/>
          </p:nvPr>
        </p:nvSpPr>
        <p:spPr/>
        <p:txBody>
          <a:bodyPr/>
          <a:lstStyle/>
          <a:p>
            <a:r>
              <a:rPr lang="en-US" dirty="0"/>
              <a:t>I would rather they add the few thousand dollars an Oxygen license would cost to my salary, or failing that to making sure the product launches successfully so I can continue to draw a salary. Expensive licenses are for companies that can consistently make payroll.</a:t>
            </a:r>
          </a:p>
          <a:p>
            <a:r>
              <a:rPr lang="en-US" dirty="0"/>
              <a:t>This leaves me with Git for version control, Markdown, basic HTML, and pretending my personal Office license is actually commercial and hoping nobody checks. </a:t>
            </a:r>
            <a:r>
              <a:rPr lang="en-US" dirty="0" err="1"/>
              <a:t>ReST</a:t>
            </a:r>
            <a:r>
              <a:rPr lang="en-US" dirty="0"/>
              <a:t> exists as well.</a:t>
            </a:r>
          </a:p>
        </p:txBody>
      </p:sp>
    </p:spTree>
    <p:extLst>
      <p:ext uri="{BB962C8B-B14F-4D97-AF65-F5344CB8AC3E}">
        <p14:creationId xmlns:p14="http://schemas.microsoft.com/office/powerpoint/2010/main" val="11312661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9CF12-5C72-419C-7ED3-7511ECAC86E8}"/>
              </a:ext>
            </a:extLst>
          </p:cNvPr>
          <p:cNvSpPr>
            <a:spLocks noGrp="1"/>
          </p:cNvSpPr>
          <p:nvPr>
            <p:ph type="title"/>
          </p:nvPr>
        </p:nvSpPr>
        <p:spPr/>
        <p:txBody>
          <a:bodyPr/>
          <a:lstStyle/>
          <a:p>
            <a:r>
              <a:rPr lang="en-US" dirty="0"/>
              <a:t>HTML is good enough</a:t>
            </a:r>
          </a:p>
        </p:txBody>
      </p:sp>
      <p:sp>
        <p:nvSpPr>
          <p:cNvPr id="3" name="Content Placeholder 2">
            <a:extLst>
              <a:ext uri="{FF2B5EF4-FFF2-40B4-BE49-F238E27FC236}">
                <a16:creationId xmlns:a16="http://schemas.microsoft.com/office/drawing/2014/main" id="{E63276D7-DFD4-6EE8-1FBD-06CFC6B4463D}"/>
              </a:ext>
            </a:extLst>
          </p:cNvPr>
          <p:cNvSpPr>
            <a:spLocks noGrp="1"/>
          </p:cNvSpPr>
          <p:nvPr>
            <p:ph idx="1"/>
          </p:nvPr>
        </p:nvSpPr>
        <p:spPr/>
        <p:txBody>
          <a:bodyPr>
            <a:normAutofit lnSpcReduction="10000"/>
          </a:bodyPr>
          <a:lstStyle/>
          <a:p>
            <a:r>
              <a:rPr lang="en-US" dirty="0"/>
              <a:t>If the design requirements only call for documentation for a web app that can be read on desktop and mobile, basic HTML with display tags is going to be good enough.</a:t>
            </a:r>
          </a:p>
          <a:p>
            <a:r>
              <a:rPr lang="en-US" dirty="0"/>
              <a:t>It might not be the fanciest, but it will get the job done until we hit it big and get into feature bloat.</a:t>
            </a:r>
          </a:p>
          <a:p>
            <a:r>
              <a:rPr lang="en-US" dirty="0"/>
              <a:t>The developers would have just put the documentation in a plain text file anyways. Any kind of structure is a solid step up.</a:t>
            </a:r>
          </a:p>
          <a:p>
            <a:r>
              <a:rPr lang="en-US" dirty="0"/>
              <a:t>Most likely the documentation won’t scale at all with future versions, but a small web app is either going to hit it big and have the budget to start over, or it’ll stay small enough for manual edits to raw HTML to be viable.</a:t>
            </a:r>
          </a:p>
        </p:txBody>
      </p:sp>
    </p:spTree>
    <p:extLst>
      <p:ext uri="{BB962C8B-B14F-4D97-AF65-F5344CB8AC3E}">
        <p14:creationId xmlns:p14="http://schemas.microsoft.com/office/powerpoint/2010/main" val="13774718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26179-215D-CF76-4DD8-F3FCC6503692}"/>
              </a:ext>
            </a:extLst>
          </p:cNvPr>
          <p:cNvSpPr>
            <a:spLocks noGrp="1"/>
          </p:cNvSpPr>
          <p:nvPr>
            <p:ph type="title"/>
          </p:nvPr>
        </p:nvSpPr>
        <p:spPr/>
        <p:txBody>
          <a:bodyPr/>
          <a:lstStyle/>
          <a:p>
            <a:r>
              <a:rPr lang="en-US" dirty="0"/>
              <a:t>I did not care for rest</a:t>
            </a:r>
          </a:p>
        </p:txBody>
      </p:sp>
      <p:sp>
        <p:nvSpPr>
          <p:cNvPr id="3" name="Content Placeholder 2">
            <a:extLst>
              <a:ext uri="{FF2B5EF4-FFF2-40B4-BE49-F238E27FC236}">
                <a16:creationId xmlns:a16="http://schemas.microsoft.com/office/drawing/2014/main" id="{44419138-7EDF-5AC2-569C-7F17CF11B393}"/>
              </a:ext>
            </a:extLst>
          </p:cNvPr>
          <p:cNvSpPr>
            <a:spLocks noGrp="1"/>
          </p:cNvSpPr>
          <p:nvPr>
            <p:ph idx="1"/>
          </p:nvPr>
        </p:nvSpPr>
        <p:spPr/>
        <p:txBody>
          <a:bodyPr/>
          <a:lstStyle/>
          <a:p>
            <a:r>
              <a:rPr lang="en-US" dirty="0"/>
              <a:t>I think its honestly just the aesthetic</a:t>
            </a:r>
          </a:p>
          <a:p>
            <a:r>
              <a:rPr lang="en-US" dirty="0"/>
              <a:t>I would rather use anything else</a:t>
            </a:r>
          </a:p>
        </p:txBody>
      </p:sp>
    </p:spTree>
    <p:extLst>
      <p:ext uri="{BB962C8B-B14F-4D97-AF65-F5344CB8AC3E}">
        <p14:creationId xmlns:p14="http://schemas.microsoft.com/office/powerpoint/2010/main" val="106473470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TM04033921[[fn=Damask]]</Template>
  <TotalTime>113</TotalTime>
  <Words>701</Words>
  <Application>Microsoft Office PowerPoint</Application>
  <PresentationFormat>Widescreen</PresentationFormat>
  <Paragraphs>45</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Bookman Old Style</vt:lpstr>
      <vt:lpstr>Rockwell</vt:lpstr>
      <vt:lpstr>Damask</vt:lpstr>
      <vt:lpstr>Spring 2025 Tools and Technologies Final Project</vt:lpstr>
      <vt:lpstr>Favorite Tool</vt:lpstr>
      <vt:lpstr>Everything in one place</vt:lpstr>
      <vt:lpstr>Version control</vt:lpstr>
      <vt:lpstr>What project is git suited for?</vt:lpstr>
      <vt:lpstr>What is Git bad at?</vt:lpstr>
      <vt:lpstr>Scenario 1</vt:lpstr>
      <vt:lpstr>Free is good</vt:lpstr>
      <vt:lpstr>HTML is good enough</vt:lpstr>
      <vt:lpstr>I did not care for rest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Robert Palmer</dc:creator>
  <cp:lastModifiedBy>Robert Palmer</cp:lastModifiedBy>
  <cp:revision>1</cp:revision>
  <dcterms:created xsi:type="dcterms:W3CDTF">2025-05-08T18:42:20Z</dcterms:created>
  <dcterms:modified xsi:type="dcterms:W3CDTF">2025-05-08T20:35:50Z</dcterms:modified>
</cp:coreProperties>
</file>