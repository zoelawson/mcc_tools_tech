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23630543_1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2363054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23630543_5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23630543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e965474a9_3_3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e965474a9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b9a0b07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cb9a0b07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cb9a0b07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cb9a0b07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f602dd6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f602dd6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26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3700">
                <a:latin typeface="Arial"/>
                <a:ea typeface="Arial"/>
                <a:cs typeface="Arial"/>
                <a:sym typeface="Arial"/>
              </a:rPr>
              <a:t>Why MadCap Flare Excels Over Microsoft Word for Modern Technical Writing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Tools and Technologies for Technical Writers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Asuman Kazibwe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accent1"/>
                </a:solidFill>
              </a:rPr>
              <a:t>Madcap Vs Word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79" name="Google Shape;79;p14" title="LinkedIn-wordUsers-1200x6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2550"/>
            <a:ext cx="6427848" cy="33585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6950800" y="1548475"/>
            <a:ext cx="221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2"/>
                </a:solidFill>
              </a:rPr>
              <a:t>FAVORITE TOOL: MADCAP FLARE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why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Professional documentation platform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Supports single-source publishing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Creates multiple outputs from one project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Structured and scalable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Strong organization features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Designed for technical documentation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283100" y="712150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 of MadCap Flare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Reusable content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content updates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publishing outputs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appearance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for large projects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for teams and scalability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Drawbacks of MadCap Flare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Expensive software</a:t>
            </a:r>
            <a:endParaRPr b="0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Steep learning curve</a:t>
            </a:r>
            <a:endParaRPr b="0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interface for beginners</a:t>
            </a:r>
            <a:endParaRPr b="0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planning and organization</a:t>
            </a:r>
            <a:endParaRPr b="0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difficult than Word initially</a:t>
            </a:r>
            <a:endParaRPr b="0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65500" y="1439750"/>
            <a:ext cx="4129800" cy="17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Microsoft Word Is My Least Favorite Tool</a:t>
            </a:r>
            <a:endParaRPr sz="17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4294967295" type="body"/>
          </p:nvPr>
        </p:nvSpPr>
        <p:spPr>
          <a:xfrm>
            <a:off x="2611996" y="645924"/>
            <a:ext cx="4078800" cy="40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Weak structured authoring support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Formatting inconsistencies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Difficult collaboration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Poor scalability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Limited reuse functionality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Not ideal for modern web documentation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19 at 11.46.25 PM.png"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26144" r="26149" t="0"/>
          <a:stretch/>
        </p:blipFill>
        <p:spPr>
          <a:xfrm>
            <a:off x="-1" y="0"/>
            <a:ext cx="45672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Why Microsoft Word Is Still Important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Bullet Points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Widely recognized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Easy to learn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Accessible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Common in businesses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Good for quick documents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Useful for resumes and reports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/>
              <a:t>. 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15" name="Google Shape;115;p20"/>
          <p:cNvGrpSpPr/>
          <p:nvPr/>
        </p:nvGrpSpPr>
        <p:grpSpPr>
          <a:xfrm>
            <a:off x="134988" y="2496117"/>
            <a:ext cx="2212050" cy="2504994"/>
            <a:chOff x="6803275" y="427445"/>
            <a:chExt cx="2212050" cy="2504994"/>
          </a:xfrm>
        </p:grpSpPr>
        <p:pic>
          <p:nvPicPr>
            <p:cNvPr id="116" name="Google Shape;11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20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Use madcap flare.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. 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idx="1" type="subTitle"/>
          </p:nvPr>
        </p:nvSpPr>
        <p:spPr>
          <a:xfrm>
            <a:off x="265500" y="653700"/>
            <a:ext cx="4045200" cy="38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Better Alternatives for Technical Documentation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MadCap Flare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Markdown + GitHub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DITA systems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Structured authoring tools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20863" l="1730" r="0" t="6747"/>
          <a:stretch/>
        </p:blipFill>
        <p:spPr>
          <a:xfrm>
            <a:off x="4488725" y="0"/>
            <a:ext cx="4655272" cy="51435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21"/>
          <p:cNvGrpSpPr/>
          <p:nvPr/>
        </p:nvGrpSpPr>
        <p:grpSpPr>
          <a:xfrm>
            <a:off x="6781388" y="2496117"/>
            <a:ext cx="2212050" cy="2504994"/>
            <a:chOff x="6803275" y="427445"/>
            <a:chExt cx="2212050" cy="2504994"/>
          </a:xfrm>
        </p:grpSpPr>
        <p:pic>
          <p:nvPicPr>
            <p:cNvPr id="125" name="Google Shape;12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21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Hint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Life is better with these other tools, at least in technical writing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 rotWithShape="1">
          <a:blip r:embed="rId3">
            <a:alphaModFix/>
          </a:blip>
          <a:srcRect b="15074" l="0" r="0" t="0"/>
          <a:stretch/>
        </p:blipFill>
        <p:spPr>
          <a:xfrm>
            <a:off x="0" y="0"/>
            <a:ext cx="9143997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283000" y="297900"/>
            <a:ext cx="4547700" cy="4547700"/>
          </a:xfrm>
          <a:prstGeom prst="rect">
            <a:avLst/>
          </a:prstGeom>
          <a:solidFill>
            <a:srgbClr val="000000">
              <a:alpha val="76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idx="4294967295" type="body"/>
          </p:nvPr>
        </p:nvSpPr>
        <p:spPr>
          <a:xfrm>
            <a:off x="481300" y="529650"/>
            <a:ext cx="4151100" cy="4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Scenario </a:t>
            </a: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Scenario Requirements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Sole writer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startup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funds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web app with mobile version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translation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19 at 11.48.18 PM.png" id="138" name="Google Shape;138;p23"/>
          <p:cNvPicPr preferRelativeResize="0"/>
          <p:nvPr/>
        </p:nvPicPr>
        <p:blipFill rotWithShape="1">
          <a:blip r:embed="rId3">
            <a:alphaModFix/>
          </a:blip>
          <a:srcRect b="0" l="26321" r="26321" t="0"/>
          <a:stretch/>
        </p:blipFill>
        <p:spPr>
          <a:xfrm>
            <a:off x="0" y="0"/>
            <a:ext cx="45672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Tools I Would Use for Scenario 1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Bullet Points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MadCap Flare (if budget allows)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Markdown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GitHub Pages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Read the Docs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grpSp>
        <p:nvGrpSpPr>
          <p:cNvPr id="140" name="Google Shape;140;p23"/>
          <p:cNvGrpSpPr/>
          <p:nvPr/>
        </p:nvGrpSpPr>
        <p:grpSpPr>
          <a:xfrm>
            <a:off x="134988" y="2464035"/>
            <a:ext cx="2212050" cy="2537076"/>
            <a:chOff x="6803275" y="395363"/>
            <a:chExt cx="2212050" cy="2537076"/>
          </a:xfrm>
        </p:grpSpPr>
        <p:pic>
          <p:nvPicPr>
            <p:cNvPr id="141" name="Google Shape;1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42" name="Google Shape;142;p23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23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answer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Madcap flare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Why These Tools Make Sense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Low cost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Easy maintenance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Web-friendly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Fast updates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Good for agile startups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Better scalability than Word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Final Thoughts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Different tools solve different problems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Technical writers must think strategically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MadCap Flare is powerful for structured documentation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Microsoft Word still has uses but limitations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" sz="7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Tool selection depends on project needs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/>
        </p:nvSpPr>
        <p:spPr>
          <a:xfrm>
            <a:off x="2601100" y="1744225"/>
            <a:ext cx="626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Thank you everyone, and thank you Zoe. I really appreciate everything I’ve learned and the chance to learn alongside all of you. Wishing everyone the best of luck, and thank you again.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