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92" r:id="rId7"/>
    <p:sldId id="299" r:id="rId8"/>
    <p:sldId id="29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EBE06F-B5BC-4F36-B09B-4D1D939ABA72}" v="16" dt="2026-05-04T17:50:06.001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dred Driz" userId="18ee81b57148af3a" providerId="LiveId" clId="{79A2F4FA-7C99-4E81-9CAA-55C28F235913}"/>
    <pc:docChg chg="undo redo custSel addSld delSld modSld sldOrd">
      <pc:chgData name="Mildred Driz" userId="18ee81b57148af3a" providerId="LiveId" clId="{79A2F4FA-7C99-4E81-9CAA-55C28F235913}" dt="2026-05-04T17:50:21.600" v="1512" actId="20577"/>
      <pc:docMkLst>
        <pc:docMk/>
      </pc:docMkLst>
      <pc:sldChg chg="modSp mod">
        <pc:chgData name="Mildred Driz" userId="18ee81b57148af3a" providerId="LiveId" clId="{79A2F4FA-7C99-4E81-9CAA-55C28F235913}" dt="2026-05-04T17:50:21.600" v="1512" actId="20577"/>
        <pc:sldMkLst>
          <pc:docMk/>
          <pc:sldMk cId="2259308896" sldId="256"/>
        </pc:sldMkLst>
        <pc:spChg chg="mod">
          <ac:chgData name="Mildred Driz" userId="18ee81b57148af3a" providerId="LiveId" clId="{79A2F4FA-7C99-4E81-9CAA-55C28F235913}" dt="2026-05-04T17:50:21.600" v="1512" actId="20577"/>
          <ac:spMkLst>
            <pc:docMk/>
            <pc:sldMk cId="2259308896" sldId="256"/>
            <ac:spMk id="2" creationId="{51DF3D98-3C30-4CFC-8643-C81E829C8C25}"/>
          </ac:spMkLst>
        </pc:spChg>
      </pc:sldChg>
      <pc:sldChg chg="modSp mod">
        <pc:chgData name="Mildred Driz" userId="18ee81b57148af3a" providerId="LiveId" clId="{79A2F4FA-7C99-4E81-9CAA-55C28F235913}" dt="2026-05-04T17:41:35.826" v="1458" actId="6549"/>
        <pc:sldMkLst>
          <pc:docMk/>
          <pc:sldMk cId="1325608595" sldId="257"/>
        </pc:sldMkLst>
        <pc:spChg chg="mod">
          <ac:chgData name="Mildred Driz" userId="18ee81b57148af3a" providerId="LiveId" clId="{79A2F4FA-7C99-4E81-9CAA-55C28F235913}" dt="2026-05-04T17:41:35.826" v="1458" actId="6549"/>
          <ac:spMkLst>
            <pc:docMk/>
            <pc:sldMk cId="1325608595" sldId="257"/>
            <ac:spMk id="3" creationId="{22788C46-D0BC-4307-AE55-7601A139E7CB}"/>
          </ac:spMkLst>
        </pc:spChg>
      </pc:sldChg>
      <pc:sldChg chg="del">
        <pc:chgData name="Mildred Driz" userId="18ee81b57148af3a" providerId="LiveId" clId="{79A2F4FA-7C99-4E81-9CAA-55C28F235913}" dt="2026-05-03T18:30:34.952" v="1118" actId="2696"/>
        <pc:sldMkLst>
          <pc:docMk/>
          <pc:sldMk cId="3662677160" sldId="286"/>
        </pc:sldMkLst>
      </pc:sldChg>
      <pc:sldChg chg="del">
        <pc:chgData name="Mildred Driz" userId="18ee81b57148af3a" providerId="LiveId" clId="{79A2F4FA-7C99-4E81-9CAA-55C28F235913}" dt="2026-05-03T18:30:38.652" v="1119" actId="2696"/>
        <pc:sldMkLst>
          <pc:docMk/>
          <pc:sldMk cId="779750606" sldId="288"/>
        </pc:sldMkLst>
      </pc:sldChg>
      <pc:sldChg chg="modSp del mod">
        <pc:chgData name="Mildred Driz" userId="18ee81b57148af3a" providerId="LiveId" clId="{79A2F4FA-7C99-4E81-9CAA-55C28F235913}" dt="2026-05-04T15:20:39.916" v="1379" actId="2696"/>
        <pc:sldMkLst>
          <pc:docMk/>
          <pc:sldMk cId="2529338794" sldId="289"/>
        </pc:sldMkLst>
        <pc:spChg chg="mod">
          <ac:chgData name="Mildred Driz" userId="18ee81b57148af3a" providerId="LiveId" clId="{79A2F4FA-7C99-4E81-9CAA-55C28F235913}" dt="2026-05-03T16:15:23.669" v="4" actId="27636"/>
          <ac:spMkLst>
            <pc:docMk/>
            <pc:sldMk cId="2529338794" sldId="289"/>
            <ac:spMk id="3" creationId="{DAF7743C-9A64-6DD7-26EC-7870E2484D2F}"/>
          </ac:spMkLst>
        </pc:spChg>
      </pc:sldChg>
      <pc:sldChg chg="del">
        <pc:chgData name="Mildred Driz" userId="18ee81b57148af3a" providerId="LiveId" clId="{79A2F4FA-7C99-4E81-9CAA-55C28F235913}" dt="2026-05-04T15:20:44.795" v="1381" actId="2696"/>
        <pc:sldMkLst>
          <pc:docMk/>
          <pc:sldMk cId="1265939620" sldId="290"/>
        </pc:sldMkLst>
      </pc:sldChg>
      <pc:sldChg chg="del">
        <pc:chgData name="Mildred Driz" userId="18ee81b57148af3a" providerId="LiveId" clId="{79A2F4FA-7C99-4E81-9CAA-55C28F235913}" dt="2026-05-04T15:20:47.670" v="1382" actId="2696"/>
        <pc:sldMkLst>
          <pc:docMk/>
          <pc:sldMk cId="2652102883" sldId="291"/>
        </pc:sldMkLst>
      </pc:sldChg>
      <pc:sldChg chg="addSp delSp modSp mod">
        <pc:chgData name="Mildred Driz" userId="18ee81b57148af3a" providerId="LiveId" clId="{79A2F4FA-7C99-4E81-9CAA-55C28F235913}" dt="2026-05-04T14:48:05.956" v="1293" actId="20577"/>
        <pc:sldMkLst>
          <pc:docMk/>
          <pc:sldMk cId="362649583" sldId="292"/>
        </pc:sldMkLst>
        <pc:spChg chg="mod">
          <ac:chgData name="Mildred Driz" userId="18ee81b57148af3a" providerId="LiveId" clId="{79A2F4FA-7C99-4E81-9CAA-55C28F235913}" dt="2026-05-03T16:15:54.775" v="41" actId="6549"/>
          <ac:spMkLst>
            <pc:docMk/>
            <pc:sldMk cId="362649583" sldId="292"/>
            <ac:spMk id="2" creationId="{E97EF58C-138C-55F4-DA77-4C3F06C81A1C}"/>
          </ac:spMkLst>
        </pc:spChg>
        <pc:spChg chg="mod">
          <ac:chgData name="Mildred Driz" userId="18ee81b57148af3a" providerId="LiveId" clId="{79A2F4FA-7C99-4E81-9CAA-55C28F235913}" dt="2026-05-04T14:48:05.956" v="1293" actId="20577"/>
          <ac:spMkLst>
            <pc:docMk/>
            <pc:sldMk cId="362649583" sldId="292"/>
            <ac:spMk id="3" creationId="{9B5DDE7C-335B-FD23-E1E6-CDCB99B7878C}"/>
          </ac:spMkLst>
        </pc:spChg>
        <pc:spChg chg="add del">
          <ac:chgData name="Mildred Driz" userId="18ee81b57148af3a" providerId="LiveId" clId="{79A2F4FA-7C99-4E81-9CAA-55C28F235913}" dt="2026-05-03T16:15:23.578" v="3" actId="931"/>
          <ac:spMkLst>
            <pc:docMk/>
            <pc:sldMk cId="362649583" sldId="292"/>
            <ac:spMk id="5" creationId="{AAEF0652-58ED-10F1-84D6-ECD533A916BB}"/>
          </ac:spMkLst>
        </pc:spChg>
        <pc:picChg chg="add mod ord">
          <ac:chgData name="Mildred Driz" userId="18ee81b57148af3a" providerId="LiveId" clId="{79A2F4FA-7C99-4E81-9CAA-55C28F235913}" dt="2026-05-03T16:15:23.578" v="3" actId="931"/>
          <ac:picMkLst>
            <pc:docMk/>
            <pc:sldMk cId="362649583" sldId="292"/>
            <ac:picMk id="7" creationId="{F756D1D2-8CCB-F8B8-460B-58A5A904B7A3}"/>
          </ac:picMkLst>
        </pc:picChg>
        <pc:picChg chg="add mod">
          <ac:chgData name="Mildred Driz" userId="18ee81b57148af3a" providerId="LiveId" clId="{79A2F4FA-7C99-4E81-9CAA-55C28F235913}" dt="2026-05-03T15:33:48.732" v="2"/>
          <ac:picMkLst>
            <pc:docMk/>
            <pc:sldMk cId="362649583" sldId="292"/>
            <ac:picMk id="1026" creationId="{D4C78D4A-05EA-5992-1FED-D02B7101621D}"/>
          </ac:picMkLst>
        </pc:picChg>
      </pc:sldChg>
      <pc:sldChg chg="addSp delSp modSp del mod">
        <pc:chgData name="Mildred Driz" userId="18ee81b57148af3a" providerId="LiveId" clId="{79A2F4FA-7C99-4E81-9CAA-55C28F235913}" dt="2026-05-04T17:41:53.372" v="1460" actId="2696"/>
        <pc:sldMkLst>
          <pc:docMk/>
          <pc:sldMk cId="853261029" sldId="294"/>
        </pc:sldMkLst>
        <pc:spChg chg="mod">
          <ac:chgData name="Mildred Driz" userId="18ee81b57148af3a" providerId="LiveId" clId="{79A2F4FA-7C99-4E81-9CAA-55C28F235913}" dt="2026-05-04T17:39:10.909" v="1418" actId="6549"/>
          <ac:spMkLst>
            <pc:docMk/>
            <pc:sldMk cId="853261029" sldId="294"/>
            <ac:spMk id="2" creationId="{97DC00FF-6B42-7D84-7831-AACC4E189E93}"/>
          </ac:spMkLst>
        </pc:spChg>
        <pc:spChg chg="add del mod">
          <ac:chgData name="Mildred Driz" userId="18ee81b57148af3a" providerId="LiveId" clId="{79A2F4FA-7C99-4E81-9CAA-55C28F235913}" dt="2026-05-04T15:52:16.093" v="1388" actId="21"/>
          <ac:spMkLst>
            <pc:docMk/>
            <pc:sldMk cId="853261029" sldId="294"/>
            <ac:spMk id="5" creationId="{C57EE508-9C7D-0479-D092-94EEB2DEA8D4}"/>
          </ac:spMkLst>
        </pc:spChg>
        <pc:spChg chg="add del mod">
          <ac:chgData name="Mildred Driz" userId="18ee81b57148af3a" providerId="LiveId" clId="{79A2F4FA-7C99-4E81-9CAA-55C28F235913}" dt="2026-05-04T15:52:28.658" v="1389" actId="6549"/>
          <ac:spMkLst>
            <pc:docMk/>
            <pc:sldMk cId="853261029" sldId="294"/>
            <ac:spMk id="7" creationId="{CC7FC500-BBFB-3AA4-BEDE-038CB94FFF61}"/>
          </ac:spMkLst>
        </pc:spChg>
      </pc:sldChg>
      <pc:sldChg chg="add del">
        <pc:chgData name="Mildred Driz" userId="18ee81b57148af3a" providerId="LiveId" clId="{79A2F4FA-7C99-4E81-9CAA-55C28F235913}" dt="2026-05-04T17:41:50.678" v="1459" actId="2696"/>
        <pc:sldMkLst>
          <pc:docMk/>
          <pc:sldMk cId="907915534" sldId="295"/>
        </pc:sldMkLst>
      </pc:sldChg>
      <pc:sldChg chg="modSp mod">
        <pc:chgData name="Mildred Driz" userId="18ee81b57148af3a" providerId="LiveId" clId="{79A2F4FA-7C99-4E81-9CAA-55C28F235913}" dt="2026-05-04T17:49:28.261" v="1511" actId="255"/>
        <pc:sldMkLst>
          <pc:docMk/>
          <pc:sldMk cId="1609673525" sldId="296"/>
        </pc:sldMkLst>
        <pc:spChg chg="mod">
          <ac:chgData name="Mildred Driz" userId="18ee81b57148af3a" providerId="LiveId" clId="{79A2F4FA-7C99-4E81-9CAA-55C28F235913}" dt="2026-05-04T17:49:28.261" v="1511" actId="255"/>
          <ac:spMkLst>
            <pc:docMk/>
            <pc:sldMk cId="1609673525" sldId="296"/>
            <ac:spMk id="5" creationId="{67BB04B7-47A4-741B-59E0-F0E6F2126E8F}"/>
          </ac:spMkLst>
        </pc:spChg>
        <pc:spChg chg="mod">
          <ac:chgData name="Mildred Driz" userId="18ee81b57148af3a" providerId="LiveId" clId="{79A2F4FA-7C99-4E81-9CAA-55C28F235913}" dt="2026-05-04T17:42:16.058" v="1467" actId="20577"/>
          <ac:spMkLst>
            <pc:docMk/>
            <pc:sldMk cId="1609673525" sldId="296"/>
            <ac:spMk id="7" creationId="{81C753FD-96EC-101A-B8A4-5F69A189BEF4}"/>
          </ac:spMkLst>
        </pc:spChg>
      </pc:sldChg>
      <pc:sldChg chg="del">
        <pc:chgData name="Mildred Driz" userId="18ee81b57148af3a" providerId="LiveId" clId="{79A2F4FA-7C99-4E81-9CAA-55C28F235913}" dt="2026-05-04T15:20:42.254" v="1380" actId="2696"/>
        <pc:sldMkLst>
          <pc:docMk/>
          <pc:sldMk cId="4117153350" sldId="297"/>
        </pc:sldMkLst>
      </pc:sldChg>
      <pc:sldChg chg="add del">
        <pc:chgData name="Mildred Driz" userId="18ee81b57148af3a" providerId="LiveId" clId="{79A2F4FA-7C99-4E81-9CAA-55C28F235913}" dt="2026-05-04T17:41:56.233" v="1461" actId="2696"/>
        <pc:sldMkLst>
          <pc:docMk/>
          <pc:sldMk cId="1678163377" sldId="298"/>
        </pc:sldMkLst>
      </pc:sldChg>
      <pc:sldChg chg="modSp add mod ord modClrScheme chgLayout">
        <pc:chgData name="Mildred Driz" userId="18ee81b57148af3a" providerId="LiveId" clId="{79A2F4FA-7C99-4E81-9CAA-55C28F235913}" dt="2026-05-04T17:49:05.671" v="1510" actId="255"/>
        <pc:sldMkLst>
          <pc:docMk/>
          <pc:sldMk cId="1549384551" sldId="299"/>
        </pc:sldMkLst>
        <pc:spChg chg="mod">
          <ac:chgData name="Mildred Driz" userId="18ee81b57148af3a" providerId="LiveId" clId="{79A2F4FA-7C99-4E81-9CAA-55C28F235913}" dt="2026-05-03T17:58:10.249" v="656" actId="6549"/>
          <ac:spMkLst>
            <pc:docMk/>
            <pc:sldMk cId="1549384551" sldId="299"/>
            <ac:spMk id="2" creationId="{655E6196-523C-6106-C2FD-017F17FB9E8B}"/>
          </ac:spMkLst>
        </pc:spChg>
        <pc:spChg chg="mod">
          <ac:chgData name="Mildred Driz" userId="18ee81b57148af3a" providerId="LiveId" clId="{79A2F4FA-7C99-4E81-9CAA-55C28F235913}" dt="2026-05-04T17:49:05.671" v="1510" actId="255"/>
          <ac:spMkLst>
            <pc:docMk/>
            <pc:sldMk cId="1549384551" sldId="299"/>
            <ac:spMk id="3" creationId="{E1C1140D-D709-EAAF-8E42-3E0982AE60C8}"/>
          </ac:spMkLst>
        </pc:spChg>
        <pc:picChg chg="mod">
          <ac:chgData name="Mildred Driz" userId="18ee81b57148af3a" providerId="LiveId" clId="{79A2F4FA-7C99-4E81-9CAA-55C28F235913}" dt="2026-05-03T17:57:49.933" v="628" actId="26606"/>
          <ac:picMkLst>
            <pc:docMk/>
            <pc:sldMk cId="1549384551" sldId="299"/>
            <ac:picMk id="7" creationId="{DBCD3F5E-923A-A943-F837-73DC67BE3C8F}"/>
          </ac:picMkLst>
        </pc:picChg>
      </pc:sldChg>
      <pc:sldMasterChg chg="addSldLayout delSldLayout">
        <pc:chgData name="Mildred Driz" userId="18ee81b57148af3a" providerId="LiveId" clId="{79A2F4FA-7C99-4E81-9CAA-55C28F235913}" dt="2026-05-04T17:41:53.372" v="1460" actId="2696"/>
        <pc:sldMasterMkLst>
          <pc:docMk/>
          <pc:sldMasterMk cId="1788353970" sldId="2147483648"/>
        </pc:sldMasterMkLst>
        <pc:sldLayoutChg chg="del">
          <pc:chgData name="Mildred Driz" userId="18ee81b57148af3a" providerId="LiveId" clId="{79A2F4FA-7C99-4E81-9CAA-55C28F235913}" dt="2026-05-03T18:30:34.952" v="1118" actId="2696"/>
          <pc:sldLayoutMkLst>
            <pc:docMk/>
            <pc:sldMasterMk cId="1788353970" sldId="2147483648"/>
            <pc:sldLayoutMk cId="2491266794" sldId="2147483673"/>
          </pc:sldLayoutMkLst>
        </pc:sldLayoutChg>
        <pc:sldLayoutChg chg="del">
          <pc:chgData name="Mildred Driz" userId="18ee81b57148af3a" providerId="LiveId" clId="{79A2F4FA-7C99-4E81-9CAA-55C28F235913}" dt="2026-05-03T18:30:38.652" v="1119" actId="2696"/>
          <pc:sldLayoutMkLst>
            <pc:docMk/>
            <pc:sldMasterMk cId="1788353970" sldId="2147483648"/>
            <pc:sldLayoutMk cId="3823856223" sldId="2147483674"/>
          </pc:sldLayoutMkLst>
        </pc:sldLayoutChg>
        <pc:sldLayoutChg chg="del">
          <pc:chgData name="Mildred Driz" userId="18ee81b57148af3a" providerId="LiveId" clId="{79A2F4FA-7C99-4E81-9CAA-55C28F235913}" dt="2026-05-04T17:41:53.372" v="1460" actId="2696"/>
          <pc:sldLayoutMkLst>
            <pc:docMk/>
            <pc:sldMasterMk cId="1788353970" sldId="2147483648"/>
            <pc:sldLayoutMk cId="525656170" sldId="2147483676"/>
          </pc:sldLayoutMkLst>
        </pc:sldLayoutChg>
        <pc:sldLayoutChg chg="add del">
          <pc:chgData name="Mildred Driz" userId="18ee81b57148af3a" providerId="LiveId" clId="{79A2F4FA-7C99-4E81-9CAA-55C28F235913}" dt="2026-05-04T17:41:50.678" v="1459" actId="2696"/>
          <pc:sldLayoutMkLst>
            <pc:docMk/>
            <pc:sldMasterMk cId="1788353970" sldId="2147483648"/>
            <pc:sldLayoutMk cId="1827098551" sldId="214748367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A2389-8781-87DC-C026-093E37A1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35095-EE02-2E5B-B99C-4C65E5622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1B0C6-90E0-5033-D4C9-B32A063F1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B6507-4EC1-A569-F46F-5C50C5E73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76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5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Tools and Technologies: </a:t>
            </a:r>
            <a:br>
              <a:rPr lang="en-US" dirty="0"/>
            </a:br>
            <a:r>
              <a:rPr lang="en-US" dirty="0"/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Favorite Tool</a:t>
            </a:r>
          </a:p>
          <a:p>
            <a:r>
              <a:rPr lang="en-US" dirty="0"/>
              <a:t>Least Favorite Tool</a:t>
            </a:r>
          </a:p>
          <a:p>
            <a:r>
              <a:rPr lang="en-US" dirty="0"/>
              <a:t>Demonstration: </a:t>
            </a:r>
          </a:p>
          <a:p>
            <a:r>
              <a:rPr lang="en-US" dirty="0"/>
              <a:t>Microsoft Word to MadCap Flare Software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en-US" dirty="0"/>
              <a:t>MadCap Flare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6813" y="2652713"/>
            <a:ext cx="5394325" cy="343693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Regulatory Compliance and Traceability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Content Reuse (single sourcing)</a:t>
            </a:r>
          </a:p>
          <a:p>
            <a:endParaRPr lang="en-US" dirty="0"/>
          </a:p>
          <a:p>
            <a:r>
              <a:rPr lang="en-US" dirty="0"/>
              <a:t>Drawbacks: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Steep Learning Curve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 Cost and Licensing</a:t>
            </a:r>
          </a:p>
          <a:p>
            <a:endParaRPr lang="en-US" dirty="0"/>
          </a:p>
          <a:p>
            <a:r>
              <a:rPr lang="en-US" dirty="0"/>
              <a:t>Type of Projects to use MadCap Flare:</a:t>
            </a:r>
          </a:p>
          <a:p>
            <a:r>
              <a:rPr lang="en-US" dirty="0"/>
              <a:t>In pharmaceutical industry – complex, highly regulated documentation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756D1D2-8CCB-F8B8-460B-58A5A904B7A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846" b="1846"/>
          <a:stretch>
            <a:fillRect/>
          </a:stretch>
        </p:blipFill>
        <p:spPr>
          <a:prstGeom prst="ellipse">
            <a:avLst/>
          </a:prstGeom>
          <a:solidFill>
            <a:srgbClr val="DAE5EF"/>
          </a:solidFill>
        </p:spPr>
      </p:pic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4AC0C-278F-54E3-36E5-0E674015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6196-523C-6106-C2FD-017F17FB9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en-US" dirty="0"/>
              <a:t>Adobe Framemaker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1140D-D709-EAAF-8E42-3E0982AE60C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6813" y="2652713"/>
            <a:ext cx="5410968" cy="3639932"/>
          </a:xfrm>
        </p:spPr>
        <p:txBody>
          <a:bodyPr>
            <a:normAutofit fontScale="25000" lnSpcReduction="20000"/>
          </a:bodyPr>
          <a:lstStyle/>
          <a:p>
            <a:r>
              <a:rPr lang="en-US" sz="6800" dirty="0"/>
              <a:t>Why dislike this tool?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6800" dirty="0"/>
              <a:t>Not user-friendly for beginners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6800" dirty="0"/>
              <a:t>The software feels antiquated</a:t>
            </a:r>
          </a:p>
          <a:p>
            <a:endParaRPr lang="en-US" sz="6800" dirty="0"/>
          </a:p>
          <a:p>
            <a:r>
              <a:rPr lang="en-US" sz="6800" dirty="0"/>
              <a:t>Why still use it? What are the advantages?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6800" dirty="0"/>
              <a:t>Handling Long, Complex 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6800" dirty="0"/>
              <a:t>Structured XML/DITA Authoring</a:t>
            </a:r>
          </a:p>
          <a:p>
            <a:endParaRPr lang="en-US" sz="6800" dirty="0"/>
          </a:p>
          <a:p>
            <a:r>
              <a:rPr lang="en-US" sz="6800" dirty="0"/>
              <a:t>What would you instead (and why)?</a:t>
            </a:r>
          </a:p>
          <a:p>
            <a:r>
              <a:rPr lang="en-US" sz="6800" dirty="0"/>
              <a:t>MadCap Flare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6800" dirty="0"/>
              <a:t>User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6800" dirty="0"/>
              <a:t>Formatting Features</a:t>
            </a:r>
          </a:p>
          <a:p>
            <a:endParaRPr lang="en-US" sz="5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5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BCD3F5E-923A-A943-F837-73DC67BE3C8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0687" r="10687"/>
          <a:stretch/>
        </p:blipFill>
        <p:spPr>
          <a:prstGeom prst="ellipse">
            <a:avLst/>
          </a:prstGeom>
          <a:solidFill>
            <a:srgbClr val="DAE5EF"/>
          </a:solidFill>
        </p:spPr>
      </p:pic>
    </p:spTree>
    <p:extLst>
      <p:ext uri="{BB962C8B-B14F-4D97-AF65-F5344CB8AC3E}">
        <p14:creationId xmlns:p14="http://schemas.microsoft.com/office/powerpoint/2010/main" val="1549384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you, Zoe!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>
            <a:normAutofit/>
          </a:bodyPr>
          <a:lstStyle/>
          <a:p>
            <a:r>
              <a:rPr lang="en-US" sz="1700" dirty="0"/>
              <a:t>The last fifteen weeks of class for me proved to be a period filled with both challenges and rewards.</a:t>
            </a:r>
          </a:p>
          <a:p>
            <a:r>
              <a:rPr lang="en-US" sz="1700" dirty="0"/>
              <a:t>I found your knowledge and the experiences you shared to be truly valuable and enriching for my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71af3243-3dd4-4a8d-8c0d-dd76da1f02a5"/>
    <ds:schemaRef ds:uri="http://purl.org/dc/terms/"/>
    <ds:schemaRef ds:uri="230e9df3-be65-4c73-a93b-d1236ebd677e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417</TotalTime>
  <Words>159</Words>
  <Application>Microsoft Office PowerPoint</Application>
  <PresentationFormat>Widescreen</PresentationFormat>
  <Paragraphs>40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Tenorite</vt:lpstr>
      <vt:lpstr>Custom</vt:lpstr>
      <vt:lpstr>Tools and Technologies:  Final Project</vt:lpstr>
      <vt:lpstr>Agenda</vt:lpstr>
      <vt:lpstr>MadCap Flare </vt:lpstr>
      <vt:lpstr>Adobe Framemaker </vt:lpstr>
      <vt:lpstr>Thank you, Zoe!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Mildred Driz</dc:creator>
  <cp:lastModifiedBy>Mildred Driz</cp:lastModifiedBy>
  <cp:revision>1</cp:revision>
  <dcterms:created xsi:type="dcterms:W3CDTF">2026-05-03T15:14:44Z</dcterms:created>
  <dcterms:modified xsi:type="dcterms:W3CDTF">2026-05-04T17:50:25Z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