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A71EB2-8DD6-4A1F-931A-B472A9D3CC66}" v="4" dt="2025-02-20T13:38:25.1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27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Brann" userId="7ee6f901-ae58-4f30-b334-769e28f2f132" providerId="ADAL" clId="{22A71EB2-8DD6-4A1F-931A-B472A9D3CC66}"/>
    <pc:docChg chg="addSld modSld sldOrd">
      <pc:chgData name="Daniel Brann" userId="7ee6f901-ae58-4f30-b334-769e28f2f132" providerId="ADAL" clId="{22A71EB2-8DD6-4A1F-931A-B472A9D3CC66}" dt="2025-02-20T13:39:16.294" v="391" actId="1076"/>
      <pc:docMkLst>
        <pc:docMk/>
      </pc:docMkLst>
      <pc:sldChg chg="addSp delSp modSp mod">
        <pc:chgData name="Daniel Brann" userId="7ee6f901-ae58-4f30-b334-769e28f2f132" providerId="ADAL" clId="{22A71EB2-8DD6-4A1F-931A-B472A9D3CC66}" dt="2025-02-20T13:30:40.605" v="102" actId="255"/>
        <pc:sldMkLst>
          <pc:docMk/>
          <pc:sldMk cId="3642584502" sldId="257"/>
        </pc:sldMkLst>
        <pc:spChg chg="add mod">
          <ac:chgData name="Daniel Brann" userId="7ee6f901-ae58-4f30-b334-769e28f2f132" providerId="ADAL" clId="{22A71EB2-8DD6-4A1F-931A-B472A9D3CC66}" dt="2025-02-20T13:30:40.605" v="102" actId="255"/>
          <ac:spMkLst>
            <pc:docMk/>
            <pc:sldMk cId="3642584502" sldId="257"/>
            <ac:spMk id="4" creationId="{81304824-76CE-0073-E9D6-9A3E17813625}"/>
          </ac:spMkLst>
        </pc:spChg>
        <pc:spChg chg="add del mod">
          <ac:chgData name="Daniel Brann" userId="7ee6f901-ae58-4f30-b334-769e28f2f132" providerId="ADAL" clId="{22A71EB2-8DD6-4A1F-931A-B472A9D3CC66}" dt="2025-02-20T13:29:22.798" v="4"/>
          <ac:spMkLst>
            <pc:docMk/>
            <pc:sldMk cId="3642584502" sldId="257"/>
            <ac:spMk id="5" creationId="{6448A29B-ADD0-F314-AFA0-CBE8302122BA}"/>
          </ac:spMkLst>
        </pc:spChg>
      </pc:sldChg>
      <pc:sldChg chg="addSp modSp new mod ord">
        <pc:chgData name="Daniel Brann" userId="7ee6f901-ae58-4f30-b334-769e28f2f132" providerId="ADAL" clId="{22A71EB2-8DD6-4A1F-931A-B472A9D3CC66}" dt="2025-02-20T13:34:15.207" v="216"/>
        <pc:sldMkLst>
          <pc:docMk/>
          <pc:sldMk cId="3770556180" sldId="258"/>
        </pc:sldMkLst>
        <pc:spChg chg="add mod">
          <ac:chgData name="Daniel Brann" userId="7ee6f901-ae58-4f30-b334-769e28f2f132" providerId="ADAL" clId="{22A71EB2-8DD6-4A1F-931A-B472A9D3CC66}" dt="2025-02-20T13:32:05.113" v="105" actId="1076"/>
          <ac:spMkLst>
            <pc:docMk/>
            <pc:sldMk cId="3770556180" sldId="258"/>
            <ac:spMk id="2" creationId="{7BECC1E8-6763-44B6-1303-A851F208D91C}"/>
          </ac:spMkLst>
        </pc:spChg>
        <pc:spChg chg="add mod">
          <ac:chgData name="Daniel Brann" userId="7ee6f901-ae58-4f30-b334-769e28f2f132" providerId="ADAL" clId="{22A71EB2-8DD6-4A1F-931A-B472A9D3CC66}" dt="2025-02-20T13:34:06.768" v="214" actId="207"/>
          <ac:spMkLst>
            <pc:docMk/>
            <pc:sldMk cId="3770556180" sldId="258"/>
            <ac:spMk id="3" creationId="{891CD188-4E53-B88E-7DF3-C9E8743D48C0}"/>
          </ac:spMkLst>
        </pc:spChg>
      </pc:sldChg>
      <pc:sldChg chg="addSp modSp new mod">
        <pc:chgData name="Daniel Brann" userId="7ee6f901-ae58-4f30-b334-769e28f2f132" providerId="ADAL" clId="{22A71EB2-8DD6-4A1F-931A-B472A9D3CC66}" dt="2025-02-20T13:36:23.228" v="290" actId="207"/>
        <pc:sldMkLst>
          <pc:docMk/>
          <pc:sldMk cId="2748172403" sldId="259"/>
        </pc:sldMkLst>
        <pc:spChg chg="add mod">
          <ac:chgData name="Daniel Brann" userId="7ee6f901-ae58-4f30-b334-769e28f2f132" providerId="ADAL" clId="{22A71EB2-8DD6-4A1F-931A-B472A9D3CC66}" dt="2025-02-20T13:35:29.985" v="221" actId="1076"/>
          <ac:spMkLst>
            <pc:docMk/>
            <pc:sldMk cId="2748172403" sldId="259"/>
            <ac:spMk id="2" creationId="{090C54BE-5E83-7F61-A019-8788EB0BBB17}"/>
          </ac:spMkLst>
        </pc:spChg>
        <pc:spChg chg="add mod">
          <ac:chgData name="Daniel Brann" userId="7ee6f901-ae58-4f30-b334-769e28f2f132" providerId="ADAL" clId="{22A71EB2-8DD6-4A1F-931A-B472A9D3CC66}" dt="2025-02-20T13:36:23.228" v="290" actId="207"/>
          <ac:spMkLst>
            <pc:docMk/>
            <pc:sldMk cId="2748172403" sldId="259"/>
            <ac:spMk id="3" creationId="{D721FB6C-EC3D-C75D-7D23-72BC35876075}"/>
          </ac:spMkLst>
        </pc:spChg>
      </pc:sldChg>
      <pc:sldChg chg="addSp modSp new mod">
        <pc:chgData name="Daniel Brann" userId="7ee6f901-ae58-4f30-b334-769e28f2f132" providerId="ADAL" clId="{22A71EB2-8DD6-4A1F-931A-B472A9D3CC66}" dt="2025-02-20T13:39:16.294" v="391" actId="1076"/>
        <pc:sldMkLst>
          <pc:docMk/>
          <pc:sldMk cId="1407655156" sldId="260"/>
        </pc:sldMkLst>
        <pc:spChg chg="add mod">
          <ac:chgData name="Daniel Brann" userId="7ee6f901-ae58-4f30-b334-769e28f2f132" providerId="ADAL" clId="{22A71EB2-8DD6-4A1F-931A-B472A9D3CC66}" dt="2025-02-20T13:38:02.149" v="294" actId="1076"/>
          <ac:spMkLst>
            <pc:docMk/>
            <pc:sldMk cId="1407655156" sldId="260"/>
            <ac:spMk id="2" creationId="{519682E8-7FF5-10BB-7C37-88A20BE7C276}"/>
          </ac:spMkLst>
        </pc:spChg>
        <pc:spChg chg="add mod">
          <ac:chgData name="Daniel Brann" userId="7ee6f901-ae58-4f30-b334-769e28f2f132" providerId="ADAL" clId="{22A71EB2-8DD6-4A1F-931A-B472A9D3CC66}" dt="2025-02-20T13:39:16.294" v="391" actId="1076"/>
          <ac:spMkLst>
            <pc:docMk/>
            <pc:sldMk cId="1407655156" sldId="260"/>
            <ac:spMk id="3" creationId="{AFFDCCC6-380A-CC50-1F00-277E8AEE543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62F2C-12C1-455F-815A-C164D68E1F7B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65DA-1890-4E65-A265-A36DBEA0B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5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62F2C-12C1-455F-815A-C164D68E1F7B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65DA-1890-4E65-A265-A36DBEA0B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7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62F2C-12C1-455F-815A-C164D68E1F7B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65DA-1890-4E65-A265-A36DBEA0B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95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62F2C-12C1-455F-815A-C164D68E1F7B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65DA-1890-4E65-A265-A36DBEA0B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47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62F2C-12C1-455F-815A-C164D68E1F7B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65DA-1890-4E65-A265-A36DBEA0B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91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62F2C-12C1-455F-815A-C164D68E1F7B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65DA-1890-4E65-A265-A36DBEA0B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55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62F2C-12C1-455F-815A-C164D68E1F7B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65DA-1890-4E65-A265-A36DBEA0BFF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45C86DC7-0F79-8A5C-8053-89A2FB6AC2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093"/>
            <a:ext cx="12192000" cy="670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5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62F2C-12C1-455F-815A-C164D68E1F7B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65DA-1890-4E65-A265-A36DBEA0B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62F2C-12C1-455F-815A-C164D68E1F7B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65DA-1890-4E65-A265-A36DBEA0B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56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62F2C-12C1-455F-815A-C164D68E1F7B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65DA-1890-4E65-A265-A36DBEA0B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31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62F2C-12C1-455F-815A-C164D68E1F7B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65DA-1890-4E65-A265-A36DBEA0B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62F2C-12C1-455F-815A-C164D68E1F7B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265DA-1890-4E65-A265-A36DBEA0B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5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Adobe Illustrator Tour Mockup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 Daniel Brann</a:t>
            </a:r>
          </a:p>
        </p:txBody>
      </p:sp>
    </p:spTree>
    <p:extLst>
      <p:ext uri="{BB962C8B-B14F-4D97-AF65-F5344CB8AC3E}">
        <p14:creationId xmlns:p14="http://schemas.microsoft.com/office/powerpoint/2010/main" val="143101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38"/>
    </mc:Choice>
    <mc:Fallback xmlns="">
      <p:transition spd="slow" advTm="35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llout: Right Arrow 1">
            <a:extLst>
              <a:ext uri="{FF2B5EF4-FFF2-40B4-BE49-F238E27FC236}">
                <a16:creationId xmlns:a16="http://schemas.microsoft.com/office/drawing/2014/main" id="{7BECC1E8-6763-44B6-1303-A851F208D91C}"/>
              </a:ext>
            </a:extLst>
          </p:cNvPr>
          <p:cNvSpPr/>
          <p:nvPr/>
        </p:nvSpPr>
        <p:spPr>
          <a:xfrm>
            <a:off x="1524000" y="2354730"/>
            <a:ext cx="3018118" cy="1027953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1CD188-4E53-B88E-7DF3-C9E8743D48C0}"/>
              </a:ext>
            </a:extLst>
          </p:cNvPr>
          <p:cNvSpPr txBox="1"/>
          <p:nvPr/>
        </p:nvSpPr>
        <p:spPr>
          <a:xfrm>
            <a:off x="1571812" y="2468282"/>
            <a:ext cx="1870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This is your artboard, a virtual canvas for creating your designs </a:t>
            </a:r>
          </a:p>
        </p:txBody>
      </p:sp>
    </p:spTree>
    <p:extLst>
      <p:ext uri="{BB962C8B-B14F-4D97-AF65-F5344CB8AC3E}">
        <p14:creationId xmlns:p14="http://schemas.microsoft.com/office/powerpoint/2010/main" val="3770556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out: Left Arrow 3">
            <a:extLst>
              <a:ext uri="{FF2B5EF4-FFF2-40B4-BE49-F238E27FC236}">
                <a16:creationId xmlns:a16="http://schemas.microsoft.com/office/drawing/2014/main" id="{81304824-76CE-0073-E9D6-9A3E17813625}"/>
              </a:ext>
            </a:extLst>
          </p:cNvPr>
          <p:cNvSpPr/>
          <p:nvPr/>
        </p:nvSpPr>
        <p:spPr>
          <a:xfrm>
            <a:off x="209177" y="519952"/>
            <a:ext cx="3012141" cy="591671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Select the type tool to enter text at a point or in a container</a:t>
            </a:r>
          </a:p>
        </p:txBody>
      </p:sp>
    </p:spTree>
    <p:extLst>
      <p:ext uri="{BB962C8B-B14F-4D97-AF65-F5344CB8AC3E}">
        <p14:creationId xmlns:p14="http://schemas.microsoft.com/office/powerpoint/2010/main" val="3642584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llout: Left Arrow 1">
            <a:extLst>
              <a:ext uri="{FF2B5EF4-FFF2-40B4-BE49-F238E27FC236}">
                <a16:creationId xmlns:a16="http://schemas.microsoft.com/office/drawing/2014/main" id="{090C54BE-5E83-7F61-A019-8788EB0BBB17}"/>
              </a:ext>
            </a:extLst>
          </p:cNvPr>
          <p:cNvSpPr/>
          <p:nvPr/>
        </p:nvSpPr>
        <p:spPr>
          <a:xfrm>
            <a:off x="340660" y="325717"/>
            <a:ext cx="2647576" cy="767977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1FB6C-EC3D-C75D-7D23-72BC35876075}"/>
              </a:ext>
            </a:extLst>
          </p:cNvPr>
          <p:cNvSpPr txBox="1"/>
          <p:nvPr/>
        </p:nvSpPr>
        <p:spPr>
          <a:xfrm>
            <a:off x="1320800" y="418353"/>
            <a:ext cx="16375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Select the Paintbrush tool to draw paths with brushstrokes applied</a:t>
            </a:r>
          </a:p>
        </p:txBody>
      </p:sp>
    </p:spTree>
    <p:extLst>
      <p:ext uri="{BB962C8B-B14F-4D97-AF65-F5344CB8AC3E}">
        <p14:creationId xmlns:p14="http://schemas.microsoft.com/office/powerpoint/2010/main" val="2748172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llout: Up Arrow 1">
            <a:extLst>
              <a:ext uri="{FF2B5EF4-FFF2-40B4-BE49-F238E27FC236}">
                <a16:creationId xmlns:a16="http://schemas.microsoft.com/office/drawing/2014/main" id="{519682E8-7FF5-10BB-7C37-88A20BE7C276}"/>
              </a:ext>
            </a:extLst>
          </p:cNvPr>
          <p:cNvSpPr/>
          <p:nvPr/>
        </p:nvSpPr>
        <p:spPr>
          <a:xfrm>
            <a:off x="974164" y="248023"/>
            <a:ext cx="2378635" cy="854635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DCCC6-380A-CC50-1F00-277E8AEE5437}"/>
              </a:ext>
            </a:extLst>
          </p:cNvPr>
          <p:cNvSpPr txBox="1"/>
          <p:nvPr/>
        </p:nvSpPr>
        <p:spPr>
          <a:xfrm>
            <a:off x="1027953" y="548660"/>
            <a:ext cx="22889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Select the Help dropdown menu to access tutorials on how to use Adobe Illustrator</a:t>
            </a:r>
          </a:p>
        </p:txBody>
      </p:sp>
    </p:spTree>
    <p:extLst>
      <p:ext uri="{BB962C8B-B14F-4D97-AF65-F5344CB8AC3E}">
        <p14:creationId xmlns:p14="http://schemas.microsoft.com/office/powerpoint/2010/main" val="1407655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a26fe61-56ee-4343-af75-728404378666}" enabled="1" method="Standard" siteId="{de9651cc-4c1f-4163-9f5d-2ca7449bdbc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57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Adobe Illustrator Tour Mockup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Zoe</dc:creator>
  <cp:lastModifiedBy>Daniel Brann</cp:lastModifiedBy>
  <cp:revision>8</cp:revision>
  <dcterms:created xsi:type="dcterms:W3CDTF">2020-02-09T02:17:20Z</dcterms:created>
  <dcterms:modified xsi:type="dcterms:W3CDTF">2025-02-20T13:39:18Z</dcterms:modified>
</cp:coreProperties>
</file>