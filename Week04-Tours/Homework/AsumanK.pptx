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6282-05A0-2E81-8E48-FE422D02A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3CDD9-E01D-81A4-D8B8-9A24CD132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ACC7-E462-5AA4-073B-5E52ECE5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AD45-BD4A-42B0-D4B4-FB7A5B68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5351-9253-EFEB-6341-93421D67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FFECB-4AB0-472A-AE0A-AFFDC385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E3CB-D3F9-0629-D140-B0CCFA83F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8EB52-AA47-8918-BB95-9BF4F5D8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B41D4-9035-730D-23C1-32371763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857F-5689-1613-3A1A-ED9A6F8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8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3288-B751-99DF-A4F2-D83A48CC5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D294-B6B6-E645-CB1A-6D4D30F55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6E852-DD08-0C37-9DD0-9E0BFE6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F5443-292B-87AC-2C5F-09EC9B72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3A6B-DE8E-DB14-630E-64C02783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5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E8B7-3317-E5D2-8059-C5000CF3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8A20A-6EF7-8FC5-04C0-3A0A70FB6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C4F08-698B-5448-91B5-4E3CC962D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1E2DD-2DCE-73B1-9679-FF43A606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46CEB-A986-953A-562D-C613F356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022BD-6CA0-6FFA-AF01-7ADDD97B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0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3924-B996-187A-8503-DAD2B7BE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214B-F66F-32E8-AAB1-67EFADB46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A7797-0353-1E00-7E70-7A8A47EE8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37D43-5C37-C4AA-5CC2-16E4A7D91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0FDC4-7213-4FFC-7F40-19140782F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D8AE0-5F4D-1B91-E353-54229AED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5E4936-2AF1-5E6F-8328-3999D087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0A46B-32E8-1137-EA54-6E0062DB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2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D66C-4639-18C5-962E-48E06BCF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9E9A2-8DE0-176F-51B2-1E767382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6AE24-67F8-DD5E-2E29-BB4A9927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D9F50-F5AF-99DA-E376-E9EAF2BB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0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D0491-A827-C7AA-8A45-E1D7697C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9BFE9-572E-7487-7152-064C0CAB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21365-20B6-7E86-181F-4FE4F8CF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16660-2085-4513-4CE9-E1C357E50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" y="1057230"/>
            <a:ext cx="11988800" cy="575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6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252C-556B-B627-39D4-B43E4504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1CF6-B353-ABA0-AA10-CC6EAE25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C1812-8C5C-A0EB-B4CF-21FF46122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3F6EF-FBD3-FF35-B612-6E8F411B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379AF-D760-1067-942E-C8C7AA3A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EF0D7-8B1D-4E1C-81CA-77059CA35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4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C439-A87A-84EA-2A0A-3383C300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40384-1F22-899A-44F6-6D7705B07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E9FEE-21C8-3066-6C21-E1A50EC32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9A28F-259F-15FD-BA2E-77CFC5A3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F4E82-D208-6D81-11F1-B10345A8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CA43-B80C-4EB7-212C-22835620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274D-8CB7-425D-A505-15368BBA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A35F4-FEDE-3338-7F30-8450A4B5B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5625-8F41-D9BD-2FAC-D2BC65AB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04731-D10E-5AC6-8690-2615EFF2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ECECA-7608-3FC3-3F50-E7C390C4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0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1B1CE-174B-7DC1-9699-66259155B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4C3FF-6674-FA77-758F-CE51EAFD2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6DDB9-5061-F2F2-7637-EF58A93B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4046-C940-757A-FDFE-11B97872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974B3-272A-990A-0DC4-4EF7801D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26DC6-5665-C2BE-2E11-831F8D49E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DDA3-68AD-53F0-4B90-1037A9A41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BA54-C1D6-EBDF-CB6F-BCBE34228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A6E7F-0939-4BC3-8B10-5AA8FC5028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1F853-E25C-F9C5-EACB-619BC5A88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35335-6680-28A6-231C-F990320D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5F9EF-40EA-4D91-91FA-920B4445A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4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013C-497E-D7C3-7DDE-EA7E9EA29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Gmail Tour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07C33-04D3-CB50-7C72-FAE7077DD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 and Sending Emails</a:t>
            </a:r>
          </a:p>
        </p:txBody>
      </p:sp>
    </p:spTree>
    <p:extLst>
      <p:ext uri="{BB962C8B-B14F-4D97-AF65-F5344CB8AC3E}">
        <p14:creationId xmlns:p14="http://schemas.microsoft.com/office/powerpoint/2010/main" val="381451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89F6180-FC57-1408-6363-C3349C4F6FCD}"/>
              </a:ext>
            </a:extLst>
          </p:cNvPr>
          <p:cNvSpPr/>
          <p:nvPr/>
        </p:nvSpPr>
        <p:spPr>
          <a:xfrm>
            <a:off x="2512088" y="1748413"/>
            <a:ext cx="2170444" cy="1115367"/>
          </a:xfrm>
          <a:prstGeom prst="wedgeRectCallout">
            <a:avLst>
              <a:gd name="adj1" fmla="val -104629"/>
              <a:gd name="adj2" fmla="val -4470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1: To Create a new blank email box click compose.</a:t>
            </a:r>
          </a:p>
        </p:txBody>
      </p:sp>
    </p:spTree>
    <p:extLst>
      <p:ext uri="{BB962C8B-B14F-4D97-AF65-F5344CB8AC3E}">
        <p14:creationId xmlns:p14="http://schemas.microsoft.com/office/powerpoint/2010/main" val="97538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6B200D56-D0CC-F849-E1F2-B820CAD56666}"/>
              </a:ext>
            </a:extLst>
          </p:cNvPr>
          <p:cNvSpPr/>
          <p:nvPr/>
        </p:nvSpPr>
        <p:spPr>
          <a:xfrm>
            <a:off x="9716756" y="826477"/>
            <a:ext cx="2170444" cy="1115367"/>
          </a:xfrm>
          <a:prstGeom prst="wedgeRectCallout">
            <a:avLst>
              <a:gd name="adj1" fmla="val -127315"/>
              <a:gd name="adj2" fmla="val 153491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2: Type the email address of the person you want to send to.  </a:t>
            </a:r>
          </a:p>
        </p:txBody>
      </p:sp>
    </p:spTree>
    <p:extLst>
      <p:ext uri="{BB962C8B-B14F-4D97-AF65-F5344CB8AC3E}">
        <p14:creationId xmlns:p14="http://schemas.microsoft.com/office/powerpoint/2010/main" val="178362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DDF601A-E85C-17BF-D59F-812C9FFCBBBA}"/>
              </a:ext>
            </a:extLst>
          </p:cNvPr>
          <p:cNvSpPr/>
          <p:nvPr/>
        </p:nvSpPr>
        <p:spPr>
          <a:xfrm>
            <a:off x="7757328" y="914400"/>
            <a:ext cx="2170444" cy="1115367"/>
          </a:xfrm>
          <a:prstGeom prst="wedgeRectCallout">
            <a:avLst>
              <a:gd name="adj1" fmla="val -26389"/>
              <a:gd name="adj2" fmla="val 17601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3: Type the subject or what the email is about</a:t>
            </a:r>
          </a:p>
        </p:txBody>
      </p:sp>
    </p:spTree>
    <p:extLst>
      <p:ext uri="{BB962C8B-B14F-4D97-AF65-F5344CB8AC3E}">
        <p14:creationId xmlns:p14="http://schemas.microsoft.com/office/powerpoint/2010/main" val="163764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F9724ABE-2D20-1E11-9F40-0591189186D0}"/>
              </a:ext>
            </a:extLst>
          </p:cNvPr>
          <p:cNvSpPr/>
          <p:nvPr/>
        </p:nvSpPr>
        <p:spPr>
          <a:xfrm>
            <a:off x="5194998" y="1436914"/>
            <a:ext cx="2170444" cy="1115367"/>
          </a:xfrm>
          <a:prstGeom prst="wedgeRectCallout">
            <a:avLst>
              <a:gd name="adj1" fmla="val 83334"/>
              <a:gd name="adj2" fmla="val 17601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4: Write the email here. </a:t>
            </a:r>
          </a:p>
        </p:txBody>
      </p:sp>
    </p:spTree>
    <p:extLst>
      <p:ext uri="{BB962C8B-B14F-4D97-AF65-F5344CB8AC3E}">
        <p14:creationId xmlns:p14="http://schemas.microsoft.com/office/powerpoint/2010/main" val="310593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28A25AB1-F19B-AC79-06D9-CF029AC172A4}"/>
              </a:ext>
            </a:extLst>
          </p:cNvPr>
          <p:cNvSpPr/>
          <p:nvPr/>
        </p:nvSpPr>
        <p:spPr>
          <a:xfrm>
            <a:off x="5104563" y="2783394"/>
            <a:ext cx="2170444" cy="1115367"/>
          </a:xfrm>
          <a:prstGeom prst="wedgeRectCallout">
            <a:avLst>
              <a:gd name="adj1" fmla="val 91204"/>
              <a:gd name="adj2" fmla="val 26610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4: Send email by clicking send button. </a:t>
            </a:r>
          </a:p>
        </p:txBody>
      </p:sp>
    </p:spTree>
    <p:extLst>
      <p:ext uri="{BB962C8B-B14F-4D97-AF65-F5344CB8AC3E}">
        <p14:creationId xmlns:p14="http://schemas.microsoft.com/office/powerpoint/2010/main" val="21149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60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Gmail Tour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Asuman Kazibwe</dc:creator>
  <cp:lastModifiedBy>Asuman Kazibwe</cp:lastModifiedBy>
  <cp:revision>1</cp:revision>
  <dcterms:created xsi:type="dcterms:W3CDTF">2026-02-23T19:00:17Z</dcterms:created>
  <dcterms:modified xsi:type="dcterms:W3CDTF">2026-02-23T19:49:12Z</dcterms:modified>
</cp:coreProperties>
</file>