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9" autoAdjust="0"/>
    <p:restoredTop sz="94660"/>
  </p:normalViewPr>
  <p:slideViewPr>
    <p:cSldViewPr snapToGrid="0">
      <p:cViewPr varScale="1">
        <p:scale>
          <a:sx n="67" d="100"/>
          <a:sy n="67" d="100"/>
        </p:scale>
        <p:origin x="2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6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06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1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49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9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2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77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5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3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52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15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27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2D722B-7BE2-06E8-182D-65FA1798C5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00" b="11016"/>
          <a:stretch/>
        </p:blipFill>
        <p:spPr>
          <a:xfrm>
            <a:off x="91440" y="1293615"/>
            <a:ext cx="12191979" cy="56194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9E8E0A-5D44-19C9-C57E-67A66D84F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593" y="340661"/>
            <a:ext cx="7326472" cy="787897"/>
          </a:xfrm>
        </p:spPr>
        <p:txBody>
          <a:bodyPr wrap="square" anchor="b">
            <a:normAutofit/>
          </a:bodyPr>
          <a:lstStyle/>
          <a:p>
            <a:pPr algn="l"/>
            <a:r>
              <a:rPr lang="en-US" sz="3700" dirty="0"/>
              <a:t>Excel Spreadsheet Tour p.1 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FFE15-0DBE-7B30-0A6E-3EE5CA1D9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4065" y="340660"/>
            <a:ext cx="4183447" cy="787897"/>
          </a:xfrm>
        </p:spPr>
        <p:txBody>
          <a:bodyPr anchor="ctr">
            <a:normAutofit/>
          </a:bodyPr>
          <a:lstStyle/>
          <a:p>
            <a:pPr algn="r"/>
            <a:r>
              <a:rPr lang="en-US" dirty="0"/>
              <a:t>Roberta Roffo </a:t>
            </a:r>
          </a:p>
          <a:p>
            <a:pPr algn="r"/>
            <a:endParaRPr lang="en-US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F2EA933C-11BB-5386-31A5-22B6E42203DB}"/>
              </a:ext>
            </a:extLst>
          </p:cNvPr>
          <p:cNvSpPr/>
          <p:nvPr/>
        </p:nvSpPr>
        <p:spPr>
          <a:xfrm flipH="1">
            <a:off x="961879" y="5006339"/>
            <a:ext cx="3028950" cy="1906680"/>
          </a:xfrm>
          <a:prstGeom prst="wedgeRoundRectCallout">
            <a:avLst>
              <a:gd name="adj1" fmla="val 5237"/>
              <a:gd name="adj2" fmla="val -17408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Example of using Excel for a Mileage Spreadsheet.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Use Columns A &amp; B &amp; C for information such as: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 Appointment dates, Purpose, Destination</a:t>
            </a:r>
          </a:p>
          <a:p>
            <a:pPr algn="ctr"/>
            <a:endParaRPr lang="en-US" sz="1000" dirty="0">
              <a:solidFill>
                <a:srgbClr val="FF0000"/>
              </a:solidFill>
            </a:endParaRP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All columns can be stretched wider by dragging the line between them as shown here. </a:t>
            </a:r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4012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F19DE-F94D-ECFB-ED6E-84C1DC2C8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CDD5DFF-6414-3A86-BFF5-7213FE0CD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3F0557-0A08-B4D0-6210-530536235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400" b="11016"/>
          <a:stretch/>
        </p:blipFill>
        <p:spPr>
          <a:xfrm>
            <a:off x="0" y="1238596"/>
            <a:ext cx="12191979" cy="56194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3FF9E0-5CAE-5A68-7418-8C80B5C09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93" y="340661"/>
            <a:ext cx="7326472" cy="787897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4000" dirty="0"/>
              <a:t>Excel Spreadsheet Tour p. 2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1201BFA4-F80E-A41A-4187-2256DF88023D}"/>
              </a:ext>
            </a:extLst>
          </p:cNvPr>
          <p:cNvSpPr/>
          <p:nvPr/>
        </p:nvSpPr>
        <p:spPr>
          <a:xfrm rot="10800000" flipV="1">
            <a:off x="5795010" y="2983230"/>
            <a:ext cx="1977390" cy="891540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In column F, type the mileage for each leg of the trip, and the total Round Trip Miles for each appointment listed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 in columns A &amp; B.</a:t>
            </a:r>
          </a:p>
        </p:txBody>
      </p:sp>
    </p:spTree>
    <p:extLst>
      <p:ext uri="{BB962C8B-B14F-4D97-AF65-F5344CB8AC3E}">
        <p14:creationId xmlns:p14="http://schemas.microsoft.com/office/powerpoint/2010/main" val="1116556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420D03-3785-14CC-C692-887CF6620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400" b="11016"/>
          <a:stretch/>
        </p:blipFill>
        <p:spPr>
          <a:xfrm>
            <a:off x="-297160" y="1469219"/>
            <a:ext cx="12191979" cy="56194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0318C4-CD8B-F660-D181-3CF3205C2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93" y="340661"/>
            <a:ext cx="7326472" cy="787897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4000" dirty="0"/>
              <a:t>Excel Spreadsheet Tour p. 3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423112D-A4F1-E402-0472-A216D935832D}"/>
              </a:ext>
            </a:extLst>
          </p:cNvPr>
          <p:cNvSpPr/>
          <p:nvPr/>
        </p:nvSpPr>
        <p:spPr>
          <a:xfrm rot="1514937">
            <a:off x="9569798" y="3668919"/>
            <a:ext cx="1614311" cy="1653292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In column G type the medical mileage rate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.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In column H type the monetary amount of the Round trip miles for that row x the medical rate. You can make a formula if desired. See slide 4.</a:t>
            </a:r>
          </a:p>
        </p:txBody>
      </p:sp>
    </p:spTree>
    <p:extLst>
      <p:ext uri="{BB962C8B-B14F-4D97-AF65-F5344CB8AC3E}">
        <p14:creationId xmlns:p14="http://schemas.microsoft.com/office/powerpoint/2010/main" val="234376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0ED77-9CDC-5A14-C764-3F3C0FA9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621074-3A54-45FA-3E62-57EF1D758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527EB5-BCDD-6CC4-9647-AB01D0BF5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400" b="11016"/>
          <a:stretch/>
        </p:blipFill>
        <p:spPr>
          <a:xfrm>
            <a:off x="21" y="1128558"/>
            <a:ext cx="12191979" cy="56194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01785B-B41A-035A-896D-04AADA9F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93" y="340661"/>
            <a:ext cx="7326472" cy="787897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4000" dirty="0"/>
              <a:t>Excel Spreadsheet Tour p. 4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DF6273F7-349A-3F37-9BEA-57EBCA26C645}"/>
              </a:ext>
            </a:extLst>
          </p:cNvPr>
          <p:cNvSpPr/>
          <p:nvPr/>
        </p:nvSpPr>
        <p:spPr>
          <a:xfrm>
            <a:off x="10538460" y="1128558"/>
            <a:ext cx="1534724" cy="1117600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D90EE60-4079-7BB7-EEA2-699DC78700F9}"/>
              </a:ext>
            </a:extLst>
          </p:cNvPr>
          <p:cNvSpPr/>
          <p:nvPr/>
        </p:nvSpPr>
        <p:spPr>
          <a:xfrm>
            <a:off x="9477022" y="4274820"/>
            <a:ext cx="1828800" cy="1312191"/>
          </a:xfrm>
          <a:prstGeom prst="wedgeRoundRectCallou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Input the Sum formula for this cell: example ==SUM(H9:H15)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into the function box at top to obtain the correct total claim for all medical mileage.  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50576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176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VanillaVTI</vt:lpstr>
      <vt:lpstr>Excel Spreadsheet Tour p.1  </vt:lpstr>
      <vt:lpstr>Excel Spreadsheet Tour p. 2</vt:lpstr>
      <vt:lpstr>Excel Spreadsheet Tour p. 3</vt:lpstr>
      <vt:lpstr>Excel Spreadsheet Tour p.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Roberta Roffo</dc:creator>
  <cp:lastModifiedBy>Roberta Roffo</cp:lastModifiedBy>
  <cp:revision>1</cp:revision>
  <dcterms:created xsi:type="dcterms:W3CDTF">2025-02-27T19:51:13Z</dcterms:created>
  <dcterms:modified xsi:type="dcterms:W3CDTF">2025-02-27T20:49:50Z</dcterms:modified>
</cp:coreProperties>
</file>