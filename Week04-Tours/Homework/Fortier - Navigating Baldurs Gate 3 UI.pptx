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Norwester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581401" y="519702"/>
            <a:ext cx="7125198" cy="6396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20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LEARN TO NAVIGATE: </a:t>
            </a:r>
          </a:p>
          <a:p>
            <a:pPr algn="ctr">
              <a:lnSpc>
                <a:spcPts val="12480"/>
              </a:lnSpc>
            </a:pPr>
            <a:r>
              <a:rPr lang="en-US" sz="120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LARIAN GAMES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230" y="5699397"/>
            <a:ext cx="14607540" cy="46769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833859" y="2547620"/>
            <a:ext cx="14620282" cy="5296536"/>
          </a:xfrm>
          <a:prstGeom prst="rect">
            <a:avLst/>
          </a:prstGeom>
          <a:solidFill>
            <a:schemeClr val="tx1"/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dirty="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Baldur’s Gate 3 is a modern role playing game utilizing Dungeons and Dragons 5th Generation Rules in an action/strategy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833859" y="2652980"/>
            <a:ext cx="14620282" cy="5296536"/>
          </a:xfrm>
          <a:prstGeom prst="rect">
            <a:avLst/>
          </a:prstGeom>
          <a:solidFill>
            <a:schemeClr val="tx1"/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dirty="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The User Interface for this game is notoriously clunky, overwhelming, and not user-friendly. This tour will help you get your head around the UI!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833859" y="3567073"/>
            <a:ext cx="14620282" cy="4248786"/>
          </a:xfrm>
          <a:prstGeom prst="rect">
            <a:avLst/>
          </a:prstGeom>
          <a:solidFill>
            <a:schemeClr val="tx1"/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dirty="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The UI is different when using a mouse/keyboard versus a controller. First, we’ll go over the mouse/keyboard set 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144768" y="2143804"/>
            <a:ext cx="7998464" cy="7998464"/>
          </a:xfrm>
          <a:custGeom>
            <a:avLst/>
            <a:gdLst/>
            <a:ahLst/>
            <a:cxnLst/>
            <a:rect l="l" t="t" r="r" b="b"/>
            <a:pathLst>
              <a:path w="7998464" h="7998464">
                <a:moveTo>
                  <a:pt x="0" y="0"/>
                </a:moveTo>
                <a:lnTo>
                  <a:pt x="7998464" y="0"/>
                </a:lnTo>
                <a:lnTo>
                  <a:pt x="7998464" y="7998464"/>
                </a:lnTo>
                <a:lnTo>
                  <a:pt x="0" y="79984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833859" y="1944049"/>
            <a:ext cx="14620282" cy="1105536"/>
          </a:xfrm>
          <a:prstGeom prst="rect">
            <a:avLst/>
          </a:prstGeom>
          <a:solidFill>
            <a:schemeClr val="tx1"/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dirty="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mouse and keyboard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820718">
            <a:off x="-34335" y="1746327"/>
            <a:ext cx="1639923" cy="163992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348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200" y="-28575"/>
              <a:ext cx="406400" cy="739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party List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7803899"/>
            <a:ext cx="1934384" cy="193438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48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3200" y="82550"/>
              <a:ext cx="406400" cy="730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DETAILED CHARACTER INFORMATION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258358" y="1264980"/>
            <a:ext cx="1242809" cy="621404"/>
            <a:chOff x="0" y="0"/>
            <a:chExt cx="81280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348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6985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mini Map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877435" y="1456409"/>
            <a:ext cx="2219758" cy="2262404"/>
            <a:chOff x="0" y="0"/>
            <a:chExt cx="812800" cy="8284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28416"/>
            </a:xfrm>
            <a:custGeom>
              <a:avLst/>
              <a:gdLst/>
              <a:ahLst/>
              <a:cxnLst/>
              <a:rect l="l" t="t" r="r" b="b"/>
              <a:pathLst>
                <a:path w="812800" h="828416">
                  <a:moveTo>
                    <a:pt x="0" y="414208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12800" y="203200"/>
                  </a:lnTo>
                  <a:lnTo>
                    <a:pt x="812800" y="625216"/>
                  </a:lnTo>
                  <a:lnTo>
                    <a:pt x="406400" y="625216"/>
                  </a:lnTo>
                  <a:lnTo>
                    <a:pt x="406400" y="828416"/>
                  </a:lnTo>
                  <a:lnTo>
                    <a:pt x="0" y="414208"/>
                  </a:lnTo>
                  <a:close/>
                </a:path>
              </a:pathLst>
            </a:custGeom>
            <a:solidFill>
              <a:srgbClr val="348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600" y="155575"/>
              <a:ext cx="711200" cy="469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Selected character’s inventory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 rot="820718">
            <a:off x="3485920" y="7464495"/>
            <a:ext cx="1781696" cy="1639923"/>
            <a:chOff x="0" y="0"/>
            <a:chExt cx="883068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83068" cy="812800"/>
            </a:xfrm>
            <a:custGeom>
              <a:avLst/>
              <a:gdLst/>
              <a:ahLst/>
              <a:cxnLst/>
              <a:rect l="l" t="t" r="r" b="b"/>
              <a:pathLst>
                <a:path w="883068" h="812800">
                  <a:moveTo>
                    <a:pt x="441534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79868" y="0"/>
                  </a:lnTo>
                  <a:lnTo>
                    <a:pt x="679868" y="406400"/>
                  </a:lnTo>
                  <a:lnTo>
                    <a:pt x="883068" y="406400"/>
                  </a:lnTo>
                  <a:lnTo>
                    <a:pt x="441534" y="812800"/>
                  </a:lnTo>
                  <a:close/>
                </a:path>
              </a:pathLst>
            </a:custGeom>
            <a:solidFill>
              <a:srgbClr val="348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3200" y="-28575"/>
              <a:ext cx="476668" cy="739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active character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02630" y="7999095"/>
            <a:ext cx="7952422" cy="2181225"/>
            <a:chOff x="0" y="0"/>
            <a:chExt cx="10603230" cy="2908300"/>
          </a:xfrm>
        </p:grpSpPr>
        <p:sp>
          <p:nvSpPr>
            <p:cNvPr id="19" name="Freeform 19"/>
            <p:cNvSpPr/>
            <p:nvPr/>
          </p:nvSpPr>
          <p:spPr>
            <a:xfrm>
              <a:off x="41909" y="49430"/>
              <a:ext cx="10515929" cy="2813011"/>
            </a:xfrm>
            <a:custGeom>
              <a:avLst/>
              <a:gdLst/>
              <a:ahLst/>
              <a:cxnLst/>
              <a:rect l="l" t="t" r="r" b="b"/>
              <a:pathLst>
                <a:path w="10515929" h="2813011">
                  <a:moveTo>
                    <a:pt x="734061" y="362050"/>
                  </a:moveTo>
                  <a:cubicBezTo>
                    <a:pt x="195581" y="374750"/>
                    <a:pt x="158751" y="383640"/>
                    <a:pt x="123191" y="396340"/>
                  </a:cubicBezTo>
                  <a:cubicBezTo>
                    <a:pt x="97791" y="405230"/>
                    <a:pt x="74931" y="402690"/>
                    <a:pt x="58421" y="429360"/>
                  </a:cubicBezTo>
                  <a:cubicBezTo>
                    <a:pt x="15241" y="501750"/>
                    <a:pt x="53341" y="812900"/>
                    <a:pt x="59691" y="997050"/>
                  </a:cubicBezTo>
                  <a:cubicBezTo>
                    <a:pt x="66041" y="1173580"/>
                    <a:pt x="87631" y="1323440"/>
                    <a:pt x="93981" y="1511400"/>
                  </a:cubicBezTo>
                  <a:cubicBezTo>
                    <a:pt x="102871" y="1738730"/>
                    <a:pt x="95251" y="2084170"/>
                    <a:pt x="101601" y="2263240"/>
                  </a:cubicBezTo>
                  <a:cubicBezTo>
                    <a:pt x="104141" y="2362300"/>
                    <a:pt x="102871" y="2420720"/>
                    <a:pt x="113031" y="2494380"/>
                  </a:cubicBezTo>
                  <a:cubicBezTo>
                    <a:pt x="123191" y="2564230"/>
                    <a:pt x="138431" y="2665830"/>
                    <a:pt x="157481" y="2697580"/>
                  </a:cubicBezTo>
                  <a:cubicBezTo>
                    <a:pt x="166371" y="2710280"/>
                    <a:pt x="168911" y="2711550"/>
                    <a:pt x="184151" y="2717900"/>
                  </a:cubicBezTo>
                  <a:cubicBezTo>
                    <a:pt x="251461" y="2742030"/>
                    <a:pt x="502921" y="2731870"/>
                    <a:pt x="750571" y="2736950"/>
                  </a:cubicBezTo>
                  <a:cubicBezTo>
                    <a:pt x="1225551" y="2747110"/>
                    <a:pt x="2366011" y="2773780"/>
                    <a:pt x="2823211" y="2757270"/>
                  </a:cubicBezTo>
                  <a:cubicBezTo>
                    <a:pt x="3048001" y="2749650"/>
                    <a:pt x="3112771" y="2742030"/>
                    <a:pt x="3328671" y="2716630"/>
                  </a:cubicBezTo>
                  <a:cubicBezTo>
                    <a:pt x="3714751" y="2669640"/>
                    <a:pt x="4555491" y="2503270"/>
                    <a:pt x="4935221" y="2455010"/>
                  </a:cubicBezTo>
                  <a:cubicBezTo>
                    <a:pt x="5143501" y="2428340"/>
                    <a:pt x="5253991" y="2419450"/>
                    <a:pt x="5419091" y="2410560"/>
                  </a:cubicBezTo>
                  <a:cubicBezTo>
                    <a:pt x="5593081" y="2401670"/>
                    <a:pt x="5792471" y="2385160"/>
                    <a:pt x="5956301" y="2402940"/>
                  </a:cubicBezTo>
                  <a:cubicBezTo>
                    <a:pt x="6096001" y="2418180"/>
                    <a:pt x="6165851" y="2472790"/>
                    <a:pt x="6341111" y="2493110"/>
                  </a:cubicBezTo>
                  <a:cubicBezTo>
                    <a:pt x="6700521" y="2533750"/>
                    <a:pt x="7567931" y="2499460"/>
                    <a:pt x="8009891" y="2493110"/>
                  </a:cubicBezTo>
                  <a:cubicBezTo>
                    <a:pt x="8301991" y="2490570"/>
                    <a:pt x="8492491" y="2486760"/>
                    <a:pt x="8736331" y="2475330"/>
                  </a:cubicBezTo>
                  <a:cubicBezTo>
                    <a:pt x="8986521" y="2463900"/>
                    <a:pt x="9273541" y="2433420"/>
                    <a:pt x="9494521" y="2423260"/>
                  </a:cubicBezTo>
                  <a:cubicBezTo>
                    <a:pt x="9667241" y="2415640"/>
                    <a:pt x="9841231" y="2421990"/>
                    <a:pt x="9954261" y="2413100"/>
                  </a:cubicBezTo>
                  <a:cubicBezTo>
                    <a:pt x="10020301" y="2409290"/>
                    <a:pt x="10055861" y="2413100"/>
                    <a:pt x="10110471" y="2394050"/>
                  </a:cubicBezTo>
                  <a:cubicBezTo>
                    <a:pt x="10180321" y="2371190"/>
                    <a:pt x="10279381" y="2305150"/>
                    <a:pt x="10330181" y="2264510"/>
                  </a:cubicBezTo>
                  <a:cubicBezTo>
                    <a:pt x="10363201" y="2239110"/>
                    <a:pt x="10380981" y="2222600"/>
                    <a:pt x="10401301" y="2190850"/>
                  </a:cubicBezTo>
                  <a:cubicBezTo>
                    <a:pt x="10425431" y="2148940"/>
                    <a:pt x="10445751" y="2096870"/>
                    <a:pt x="10455911" y="2032100"/>
                  </a:cubicBezTo>
                  <a:cubicBezTo>
                    <a:pt x="10473691" y="1936850"/>
                    <a:pt x="10474961" y="1786990"/>
                    <a:pt x="10459721" y="1668880"/>
                  </a:cubicBezTo>
                  <a:cubicBezTo>
                    <a:pt x="10444481" y="1552040"/>
                    <a:pt x="10414001" y="1439010"/>
                    <a:pt x="10369551" y="1325980"/>
                  </a:cubicBezTo>
                  <a:cubicBezTo>
                    <a:pt x="10320021" y="1201520"/>
                    <a:pt x="10210801" y="1055470"/>
                    <a:pt x="10167621" y="956410"/>
                  </a:cubicBezTo>
                  <a:cubicBezTo>
                    <a:pt x="10139681" y="895450"/>
                    <a:pt x="10124441" y="851000"/>
                    <a:pt x="10113011" y="801470"/>
                  </a:cubicBezTo>
                  <a:cubicBezTo>
                    <a:pt x="10102851" y="757020"/>
                    <a:pt x="10100311" y="722730"/>
                    <a:pt x="10097771" y="671930"/>
                  </a:cubicBezTo>
                  <a:cubicBezTo>
                    <a:pt x="10092691" y="599540"/>
                    <a:pt x="10092691" y="494130"/>
                    <a:pt x="10095231" y="405230"/>
                  </a:cubicBezTo>
                  <a:cubicBezTo>
                    <a:pt x="10099041" y="315060"/>
                    <a:pt x="10121901" y="188060"/>
                    <a:pt x="10114281" y="133450"/>
                  </a:cubicBezTo>
                  <a:cubicBezTo>
                    <a:pt x="10110471" y="109320"/>
                    <a:pt x="10102851" y="94080"/>
                    <a:pt x="10093961" y="82650"/>
                  </a:cubicBezTo>
                  <a:cubicBezTo>
                    <a:pt x="10086341" y="73760"/>
                    <a:pt x="10078721" y="71220"/>
                    <a:pt x="10067291" y="67410"/>
                  </a:cubicBezTo>
                  <a:cubicBezTo>
                    <a:pt x="10048241" y="61060"/>
                    <a:pt x="10024111" y="63600"/>
                    <a:pt x="9986011" y="62330"/>
                  </a:cubicBezTo>
                  <a:cubicBezTo>
                    <a:pt x="9894571" y="59790"/>
                    <a:pt x="9674861" y="50900"/>
                    <a:pt x="9522461" y="53440"/>
                  </a:cubicBezTo>
                  <a:cubicBezTo>
                    <a:pt x="9376411" y="55980"/>
                    <a:pt x="9264651" y="52170"/>
                    <a:pt x="9089391" y="77570"/>
                  </a:cubicBezTo>
                  <a:cubicBezTo>
                    <a:pt x="8813801" y="118210"/>
                    <a:pt x="8356601" y="265530"/>
                    <a:pt x="8034021" y="331570"/>
                  </a:cubicBezTo>
                  <a:cubicBezTo>
                    <a:pt x="7763511" y="387450"/>
                    <a:pt x="7491731" y="429360"/>
                    <a:pt x="7285991" y="461110"/>
                  </a:cubicBezTo>
                  <a:cubicBezTo>
                    <a:pt x="7145021" y="481430"/>
                    <a:pt x="7076441" y="491590"/>
                    <a:pt x="6925311" y="506830"/>
                  </a:cubicBezTo>
                  <a:cubicBezTo>
                    <a:pt x="6668771" y="533500"/>
                    <a:pt x="6159501" y="575410"/>
                    <a:pt x="5890261" y="589380"/>
                  </a:cubicBezTo>
                  <a:cubicBezTo>
                    <a:pt x="5720081" y="597000"/>
                    <a:pt x="5641341" y="603350"/>
                    <a:pt x="5469891" y="595730"/>
                  </a:cubicBezTo>
                  <a:cubicBezTo>
                    <a:pt x="5201921" y="585570"/>
                    <a:pt x="4759961" y="513180"/>
                    <a:pt x="4441191" y="496670"/>
                  </a:cubicBezTo>
                  <a:cubicBezTo>
                    <a:pt x="4166871" y="481430"/>
                    <a:pt x="3867151" y="496670"/>
                    <a:pt x="3671571" y="489050"/>
                  </a:cubicBezTo>
                  <a:cubicBezTo>
                    <a:pt x="3552191" y="483970"/>
                    <a:pt x="3472181" y="477620"/>
                    <a:pt x="3383281" y="467460"/>
                  </a:cubicBezTo>
                  <a:cubicBezTo>
                    <a:pt x="3304541" y="459840"/>
                    <a:pt x="3248661" y="452220"/>
                    <a:pt x="3164841" y="438250"/>
                  </a:cubicBezTo>
                  <a:cubicBezTo>
                    <a:pt x="3050541" y="417930"/>
                    <a:pt x="2913381" y="391260"/>
                    <a:pt x="2760981" y="351890"/>
                  </a:cubicBezTo>
                  <a:cubicBezTo>
                    <a:pt x="2552701" y="297280"/>
                    <a:pt x="2232661" y="174090"/>
                    <a:pt x="2035811" y="130910"/>
                  </a:cubicBezTo>
                  <a:cubicBezTo>
                    <a:pt x="1906271" y="101700"/>
                    <a:pt x="1808481" y="89000"/>
                    <a:pt x="1704341" y="82650"/>
                  </a:cubicBezTo>
                  <a:cubicBezTo>
                    <a:pt x="1612901" y="76300"/>
                    <a:pt x="1525271" y="75030"/>
                    <a:pt x="1446531" y="86460"/>
                  </a:cubicBezTo>
                  <a:cubicBezTo>
                    <a:pt x="1379221" y="96620"/>
                    <a:pt x="1334771" y="114400"/>
                    <a:pt x="1259841" y="139800"/>
                  </a:cubicBezTo>
                  <a:cubicBezTo>
                    <a:pt x="1148081" y="176630"/>
                    <a:pt x="969011" y="262990"/>
                    <a:pt x="844551" y="297280"/>
                  </a:cubicBezTo>
                  <a:cubicBezTo>
                    <a:pt x="748031" y="323950"/>
                    <a:pt x="621031" y="348080"/>
                    <a:pt x="581661" y="343000"/>
                  </a:cubicBezTo>
                  <a:cubicBezTo>
                    <a:pt x="570231" y="341730"/>
                    <a:pt x="563881" y="339190"/>
                    <a:pt x="560071" y="334110"/>
                  </a:cubicBezTo>
                  <a:cubicBezTo>
                    <a:pt x="554991" y="326490"/>
                    <a:pt x="554991" y="309980"/>
                    <a:pt x="560071" y="302360"/>
                  </a:cubicBezTo>
                  <a:cubicBezTo>
                    <a:pt x="563881" y="297280"/>
                    <a:pt x="574041" y="292200"/>
                    <a:pt x="581661" y="292200"/>
                  </a:cubicBezTo>
                  <a:cubicBezTo>
                    <a:pt x="589281" y="293470"/>
                    <a:pt x="601981" y="304900"/>
                    <a:pt x="604521" y="312520"/>
                  </a:cubicBezTo>
                  <a:cubicBezTo>
                    <a:pt x="607061" y="318870"/>
                    <a:pt x="603251" y="330300"/>
                    <a:pt x="598171" y="335380"/>
                  </a:cubicBezTo>
                  <a:cubicBezTo>
                    <a:pt x="593091" y="340460"/>
                    <a:pt x="575311" y="343000"/>
                    <a:pt x="567691" y="340460"/>
                  </a:cubicBezTo>
                  <a:cubicBezTo>
                    <a:pt x="561341" y="337920"/>
                    <a:pt x="554991" y="327760"/>
                    <a:pt x="554991" y="321410"/>
                  </a:cubicBezTo>
                  <a:cubicBezTo>
                    <a:pt x="554991" y="312520"/>
                    <a:pt x="558801" y="302360"/>
                    <a:pt x="570231" y="294740"/>
                  </a:cubicBezTo>
                  <a:cubicBezTo>
                    <a:pt x="608331" y="268070"/>
                    <a:pt x="779781" y="266800"/>
                    <a:pt x="882651" y="236320"/>
                  </a:cubicBezTo>
                  <a:cubicBezTo>
                    <a:pt x="989331" y="204570"/>
                    <a:pt x="1102361" y="142340"/>
                    <a:pt x="1197611" y="108050"/>
                  </a:cubicBezTo>
                  <a:cubicBezTo>
                    <a:pt x="1275081" y="81380"/>
                    <a:pt x="1355091" y="55980"/>
                    <a:pt x="1412241" y="43280"/>
                  </a:cubicBezTo>
                  <a:cubicBezTo>
                    <a:pt x="1450341" y="34390"/>
                    <a:pt x="1469391" y="31850"/>
                    <a:pt x="1507491" y="29310"/>
                  </a:cubicBezTo>
                  <a:cubicBezTo>
                    <a:pt x="1560831" y="25500"/>
                    <a:pt x="1631951" y="25500"/>
                    <a:pt x="1708151" y="31850"/>
                  </a:cubicBezTo>
                  <a:cubicBezTo>
                    <a:pt x="1807211" y="39470"/>
                    <a:pt x="1915161" y="50900"/>
                    <a:pt x="2048511" y="81380"/>
                  </a:cubicBezTo>
                  <a:cubicBezTo>
                    <a:pt x="2246631" y="125830"/>
                    <a:pt x="2565401" y="249020"/>
                    <a:pt x="2771141" y="302360"/>
                  </a:cubicBezTo>
                  <a:cubicBezTo>
                    <a:pt x="2923541" y="341730"/>
                    <a:pt x="3058161" y="367130"/>
                    <a:pt x="3172461" y="387450"/>
                  </a:cubicBezTo>
                  <a:cubicBezTo>
                    <a:pt x="3253741" y="402690"/>
                    <a:pt x="3309621" y="409040"/>
                    <a:pt x="3387091" y="417930"/>
                  </a:cubicBezTo>
                  <a:cubicBezTo>
                    <a:pt x="3474721" y="426820"/>
                    <a:pt x="3553461" y="433170"/>
                    <a:pt x="3671571" y="438250"/>
                  </a:cubicBezTo>
                  <a:cubicBezTo>
                    <a:pt x="3867151" y="445870"/>
                    <a:pt x="4169411" y="430630"/>
                    <a:pt x="4445001" y="445870"/>
                  </a:cubicBezTo>
                  <a:cubicBezTo>
                    <a:pt x="4762501" y="462380"/>
                    <a:pt x="5203191" y="534770"/>
                    <a:pt x="5469891" y="546200"/>
                  </a:cubicBezTo>
                  <a:cubicBezTo>
                    <a:pt x="5638801" y="552550"/>
                    <a:pt x="5717541" y="546200"/>
                    <a:pt x="5886451" y="538580"/>
                  </a:cubicBezTo>
                  <a:cubicBezTo>
                    <a:pt x="6154421" y="524610"/>
                    <a:pt x="6663691" y="482700"/>
                    <a:pt x="6918961" y="456030"/>
                  </a:cubicBezTo>
                  <a:cubicBezTo>
                    <a:pt x="7070091" y="440790"/>
                    <a:pt x="7137401" y="431900"/>
                    <a:pt x="7278371" y="410310"/>
                  </a:cubicBezTo>
                  <a:cubicBezTo>
                    <a:pt x="7481571" y="379830"/>
                    <a:pt x="7753351" y="337920"/>
                    <a:pt x="8022591" y="282040"/>
                  </a:cubicBezTo>
                  <a:cubicBezTo>
                    <a:pt x="8345171" y="216000"/>
                    <a:pt x="8831581" y="67410"/>
                    <a:pt x="9084311" y="26770"/>
                  </a:cubicBezTo>
                  <a:cubicBezTo>
                    <a:pt x="9221471" y="5180"/>
                    <a:pt x="9295131" y="5180"/>
                    <a:pt x="9406891" y="1370"/>
                  </a:cubicBezTo>
                  <a:cubicBezTo>
                    <a:pt x="9526271" y="-2440"/>
                    <a:pt x="9662161" y="2640"/>
                    <a:pt x="9777731" y="5180"/>
                  </a:cubicBezTo>
                  <a:cubicBezTo>
                    <a:pt x="9875521" y="7720"/>
                    <a:pt x="9991091" y="-1170"/>
                    <a:pt x="10054591" y="14070"/>
                  </a:cubicBezTo>
                  <a:cubicBezTo>
                    <a:pt x="10088881" y="22960"/>
                    <a:pt x="10114281" y="34390"/>
                    <a:pt x="10133331" y="50900"/>
                  </a:cubicBezTo>
                  <a:cubicBezTo>
                    <a:pt x="10146031" y="62330"/>
                    <a:pt x="10153651" y="77570"/>
                    <a:pt x="10158731" y="91540"/>
                  </a:cubicBezTo>
                  <a:cubicBezTo>
                    <a:pt x="10163811" y="105510"/>
                    <a:pt x="10163811" y="113130"/>
                    <a:pt x="10165081" y="133450"/>
                  </a:cubicBezTo>
                  <a:cubicBezTo>
                    <a:pt x="10166351" y="185520"/>
                    <a:pt x="10148571" y="307440"/>
                    <a:pt x="10146031" y="405230"/>
                  </a:cubicBezTo>
                  <a:cubicBezTo>
                    <a:pt x="10144761" y="520800"/>
                    <a:pt x="10143491" y="688440"/>
                    <a:pt x="10161271" y="784960"/>
                  </a:cubicBezTo>
                  <a:cubicBezTo>
                    <a:pt x="10172701" y="847190"/>
                    <a:pt x="10186671" y="877670"/>
                    <a:pt x="10212071" y="933550"/>
                  </a:cubicBezTo>
                  <a:cubicBezTo>
                    <a:pt x="10250171" y="1014830"/>
                    <a:pt x="10339071" y="1138020"/>
                    <a:pt x="10379711" y="1221840"/>
                  </a:cubicBezTo>
                  <a:cubicBezTo>
                    <a:pt x="10408921" y="1281530"/>
                    <a:pt x="10424161" y="1320900"/>
                    <a:pt x="10443211" y="1383130"/>
                  </a:cubicBezTo>
                  <a:cubicBezTo>
                    <a:pt x="10468611" y="1464410"/>
                    <a:pt x="10499091" y="1572360"/>
                    <a:pt x="10510521" y="1668880"/>
                  </a:cubicBezTo>
                  <a:cubicBezTo>
                    <a:pt x="10520681" y="1764130"/>
                    <a:pt x="10514331" y="1874620"/>
                    <a:pt x="10509251" y="1957170"/>
                  </a:cubicBezTo>
                  <a:cubicBezTo>
                    <a:pt x="10505441" y="2016860"/>
                    <a:pt x="10505441" y="2065120"/>
                    <a:pt x="10490201" y="2114650"/>
                  </a:cubicBezTo>
                  <a:cubicBezTo>
                    <a:pt x="10473691" y="2164180"/>
                    <a:pt x="10450831" y="2213710"/>
                    <a:pt x="10414001" y="2254350"/>
                  </a:cubicBezTo>
                  <a:cubicBezTo>
                    <a:pt x="10373361" y="2301340"/>
                    <a:pt x="10304781" y="2343250"/>
                    <a:pt x="10250171" y="2376270"/>
                  </a:cubicBezTo>
                  <a:cubicBezTo>
                    <a:pt x="10201911" y="2405480"/>
                    <a:pt x="10154921" y="2430880"/>
                    <a:pt x="10104121" y="2446120"/>
                  </a:cubicBezTo>
                  <a:cubicBezTo>
                    <a:pt x="10055861" y="2460090"/>
                    <a:pt x="10019031" y="2460090"/>
                    <a:pt x="9955531" y="2463900"/>
                  </a:cubicBezTo>
                  <a:cubicBezTo>
                    <a:pt x="9845041" y="2472790"/>
                    <a:pt x="9669781" y="2466440"/>
                    <a:pt x="9498331" y="2474060"/>
                  </a:cubicBezTo>
                  <a:cubicBezTo>
                    <a:pt x="9276081" y="2484220"/>
                    <a:pt x="8987791" y="2514700"/>
                    <a:pt x="8736331" y="2526130"/>
                  </a:cubicBezTo>
                  <a:cubicBezTo>
                    <a:pt x="8491221" y="2537560"/>
                    <a:pt x="8301991" y="2541370"/>
                    <a:pt x="8009891" y="2543910"/>
                  </a:cubicBezTo>
                  <a:cubicBezTo>
                    <a:pt x="7570471" y="2550260"/>
                    <a:pt x="6714491" y="2584550"/>
                    <a:pt x="6352541" y="2543910"/>
                  </a:cubicBezTo>
                  <a:cubicBezTo>
                    <a:pt x="6173471" y="2523590"/>
                    <a:pt x="6098541" y="2468980"/>
                    <a:pt x="5956301" y="2453740"/>
                  </a:cubicBezTo>
                  <a:cubicBezTo>
                    <a:pt x="5792471" y="2435960"/>
                    <a:pt x="5595621" y="2452470"/>
                    <a:pt x="5422901" y="2461360"/>
                  </a:cubicBezTo>
                  <a:cubicBezTo>
                    <a:pt x="5257801" y="2470250"/>
                    <a:pt x="5149851" y="2479140"/>
                    <a:pt x="4944111" y="2505810"/>
                  </a:cubicBezTo>
                  <a:cubicBezTo>
                    <a:pt x="4564381" y="2552800"/>
                    <a:pt x="3721101" y="2719170"/>
                    <a:pt x="3333751" y="2767430"/>
                  </a:cubicBezTo>
                  <a:cubicBezTo>
                    <a:pt x="3116581" y="2792830"/>
                    <a:pt x="3053081" y="2800450"/>
                    <a:pt x="2823211" y="2808070"/>
                  </a:cubicBezTo>
                  <a:cubicBezTo>
                    <a:pt x="2344421" y="2824580"/>
                    <a:pt x="1060451" y="2795370"/>
                    <a:pt x="610871" y="2783940"/>
                  </a:cubicBezTo>
                  <a:cubicBezTo>
                    <a:pt x="414021" y="2778860"/>
                    <a:pt x="267971" y="2794100"/>
                    <a:pt x="185421" y="2767430"/>
                  </a:cubicBezTo>
                  <a:cubicBezTo>
                    <a:pt x="147321" y="2754730"/>
                    <a:pt x="128271" y="2744570"/>
                    <a:pt x="110491" y="2717900"/>
                  </a:cubicBezTo>
                  <a:cubicBezTo>
                    <a:pt x="83821" y="2681070"/>
                    <a:pt x="78741" y="2608680"/>
                    <a:pt x="68581" y="2543910"/>
                  </a:cubicBezTo>
                  <a:cubicBezTo>
                    <a:pt x="55881" y="2461360"/>
                    <a:pt x="54611" y="2380080"/>
                    <a:pt x="50801" y="2265780"/>
                  </a:cubicBezTo>
                  <a:cubicBezTo>
                    <a:pt x="43181" y="2075280"/>
                    <a:pt x="52071" y="1740000"/>
                    <a:pt x="43181" y="1513940"/>
                  </a:cubicBezTo>
                  <a:cubicBezTo>
                    <a:pt x="36831" y="1325980"/>
                    <a:pt x="13971" y="1174850"/>
                    <a:pt x="8891" y="997050"/>
                  </a:cubicBezTo>
                  <a:cubicBezTo>
                    <a:pt x="3811" y="810360"/>
                    <a:pt x="-10159" y="495400"/>
                    <a:pt x="12701" y="419200"/>
                  </a:cubicBezTo>
                  <a:cubicBezTo>
                    <a:pt x="19051" y="398880"/>
                    <a:pt x="24131" y="393800"/>
                    <a:pt x="35561" y="383640"/>
                  </a:cubicBezTo>
                  <a:cubicBezTo>
                    <a:pt x="49531" y="370940"/>
                    <a:pt x="68581" y="363320"/>
                    <a:pt x="96521" y="354430"/>
                  </a:cubicBezTo>
                  <a:cubicBezTo>
                    <a:pt x="147321" y="337920"/>
                    <a:pt x="237491" y="318870"/>
                    <a:pt x="326391" y="311250"/>
                  </a:cubicBezTo>
                  <a:cubicBezTo>
                    <a:pt x="443231" y="299820"/>
                    <a:pt x="692151" y="285850"/>
                    <a:pt x="740411" y="311250"/>
                  </a:cubicBezTo>
                  <a:cubicBezTo>
                    <a:pt x="754381" y="318870"/>
                    <a:pt x="760731" y="330300"/>
                    <a:pt x="759461" y="339190"/>
                  </a:cubicBezTo>
                  <a:cubicBezTo>
                    <a:pt x="759461" y="348080"/>
                    <a:pt x="734061" y="362050"/>
                    <a:pt x="734061" y="362050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 rot="1725094">
            <a:off x="10917497" y="6817049"/>
            <a:ext cx="1806215" cy="1639923"/>
            <a:chOff x="0" y="0"/>
            <a:chExt cx="89522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95220" cy="812800"/>
            </a:xfrm>
            <a:custGeom>
              <a:avLst/>
              <a:gdLst/>
              <a:ahLst/>
              <a:cxnLst/>
              <a:rect l="l" t="t" r="r" b="b"/>
              <a:pathLst>
                <a:path w="895220" h="812800">
                  <a:moveTo>
                    <a:pt x="44761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92020" y="0"/>
                  </a:lnTo>
                  <a:lnTo>
                    <a:pt x="692020" y="406400"/>
                  </a:lnTo>
                  <a:lnTo>
                    <a:pt x="895220" y="406400"/>
                  </a:lnTo>
                  <a:lnTo>
                    <a:pt x="447610" y="812800"/>
                  </a:lnTo>
                  <a:close/>
                </a:path>
              </a:pathLst>
            </a:custGeom>
            <a:solidFill>
              <a:srgbClr val="348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3200" y="-28575"/>
              <a:ext cx="488820" cy="739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available actions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679918" y="5432517"/>
            <a:ext cx="3086100" cy="1749068"/>
            <a:chOff x="0" y="0"/>
            <a:chExt cx="812800" cy="4606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460660"/>
            </a:xfrm>
            <a:custGeom>
              <a:avLst/>
              <a:gdLst/>
              <a:ahLst/>
              <a:cxnLst/>
              <a:rect l="l" t="t" r="r" b="b"/>
              <a:pathLst>
                <a:path w="812800" h="46066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418013"/>
                  </a:lnTo>
                  <a:cubicBezTo>
                    <a:pt x="812800" y="429324"/>
                    <a:pt x="808307" y="440171"/>
                    <a:pt x="800309" y="448169"/>
                  </a:cubicBezTo>
                  <a:cubicBezTo>
                    <a:pt x="792311" y="456167"/>
                    <a:pt x="781464" y="460660"/>
                    <a:pt x="770153" y="460660"/>
                  </a:cubicBezTo>
                  <a:lnTo>
                    <a:pt x="42647" y="460660"/>
                  </a:lnTo>
                  <a:cubicBezTo>
                    <a:pt x="31336" y="460660"/>
                    <a:pt x="20489" y="456167"/>
                    <a:pt x="12491" y="448169"/>
                  </a:cubicBezTo>
                  <a:cubicBezTo>
                    <a:pt x="4493" y="440171"/>
                    <a:pt x="0" y="429324"/>
                    <a:pt x="0" y="418013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348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812800" cy="5082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Actions include “common” actions such as jump, shove, attack (ranged or melee), throw, etc. 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259877" y="6823630"/>
            <a:ext cx="3481752" cy="2152650"/>
            <a:chOff x="0" y="0"/>
            <a:chExt cx="917005" cy="56695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7005" cy="566953"/>
            </a:xfrm>
            <a:custGeom>
              <a:avLst/>
              <a:gdLst/>
              <a:ahLst/>
              <a:cxnLst/>
              <a:rect l="l" t="t" r="r" b="b"/>
              <a:pathLst>
                <a:path w="917005" h="566953">
                  <a:moveTo>
                    <a:pt x="37801" y="0"/>
                  </a:moveTo>
                  <a:lnTo>
                    <a:pt x="879204" y="0"/>
                  </a:lnTo>
                  <a:cubicBezTo>
                    <a:pt x="900081" y="0"/>
                    <a:pt x="917005" y="16924"/>
                    <a:pt x="917005" y="37801"/>
                  </a:cubicBezTo>
                  <a:lnTo>
                    <a:pt x="917005" y="529152"/>
                  </a:lnTo>
                  <a:cubicBezTo>
                    <a:pt x="917005" y="550029"/>
                    <a:pt x="900081" y="566953"/>
                    <a:pt x="879204" y="566953"/>
                  </a:cubicBezTo>
                  <a:lnTo>
                    <a:pt x="37801" y="566953"/>
                  </a:lnTo>
                  <a:cubicBezTo>
                    <a:pt x="16924" y="566953"/>
                    <a:pt x="0" y="550029"/>
                    <a:pt x="0" y="529152"/>
                  </a:cubicBezTo>
                  <a:lnTo>
                    <a:pt x="0" y="37801"/>
                  </a:lnTo>
                  <a:cubicBezTo>
                    <a:pt x="0" y="16924"/>
                    <a:pt x="16924" y="0"/>
                    <a:pt x="37801" y="0"/>
                  </a:cubicBezTo>
                  <a:close/>
                </a:path>
              </a:pathLst>
            </a:custGeom>
            <a:solidFill>
              <a:srgbClr val="348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917005" cy="614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They can also include spells, potions, or other items that have been placed in a shortcut for easy access outside of the inventory.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501166" y="8729913"/>
            <a:ext cx="2492622" cy="1681379"/>
            <a:chOff x="0" y="0"/>
            <a:chExt cx="912713" cy="61566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12713" cy="615664"/>
            </a:xfrm>
            <a:custGeom>
              <a:avLst/>
              <a:gdLst/>
              <a:ahLst/>
              <a:cxnLst/>
              <a:rect l="l" t="t" r="r" b="b"/>
              <a:pathLst>
                <a:path w="912713" h="615664">
                  <a:moveTo>
                    <a:pt x="0" y="307832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12713" y="203200"/>
                  </a:lnTo>
                  <a:lnTo>
                    <a:pt x="912713" y="412464"/>
                  </a:lnTo>
                  <a:lnTo>
                    <a:pt x="406400" y="412464"/>
                  </a:lnTo>
                  <a:lnTo>
                    <a:pt x="406400" y="615664"/>
                  </a:lnTo>
                  <a:lnTo>
                    <a:pt x="0" y="307832"/>
                  </a:lnTo>
                  <a:close/>
                </a:path>
              </a:pathLst>
            </a:custGeom>
            <a:solidFill>
              <a:srgbClr val="348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600" y="184150"/>
              <a:ext cx="811113" cy="228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r>
                <a:rPr lang="en-US" sz="12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end turn (hour glass) and rest (camp fire)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 rot="820718">
            <a:off x="4797622" y="208739"/>
            <a:ext cx="1781696" cy="1639923"/>
            <a:chOff x="0" y="0"/>
            <a:chExt cx="883068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83068" cy="812800"/>
            </a:xfrm>
            <a:custGeom>
              <a:avLst/>
              <a:gdLst/>
              <a:ahLst/>
              <a:cxnLst/>
              <a:rect l="l" t="t" r="r" b="b"/>
              <a:pathLst>
                <a:path w="883068" h="812800">
                  <a:moveTo>
                    <a:pt x="441534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79868" y="0"/>
                  </a:lnTo>
                  <a:lnTo>
                    <a:pt x="679868" y="406400"/>
                  </a:lnTo>
                  <a:lnTo>
                    <a:pt x="883068" y="406400"/>
                  </a:lnTo>
                  <a:lnTo>
                    <a:pt x="441534" y="812800"/>
                  </a:lnTo>
                  <a:close/>
                </a:path>
              </a:pathLst>
            </a:custGeom>
            <a:solidFill>
              <a:srgbClr val="348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3200" y="-28575"/>
              <a:ext cx="476668" cy="739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“equipped” inventory items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833859" y="2023745"/>
            <a:ext cx="14620282" cy="7409817"/>
          </a:xfrm>
          <a:prstGeom prst="rect">
            <a:avLst/>
          </a:prstGeom>
          <a:solidFill>
            <a:schemeClr val="tx1"/>
          </a:solidFill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dirty="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Mouse/KB Tips &amp; Tricks:</a:t>
            </a:r>
          </a:p>
          <a:p>
            <a:pPr marL="1295440" lvl="1" indent="-647720" algn="l">
              <a:lnSpc>
                <a:spcPts val="6240"/>
              </a:lnSpc>
              <a:buFont typeface="Arial"/>
              <a:buChar char="•"/>
            </a:pPr>
            <a:r>
              <a:rPr lang="en-US" sz="6000" dirty="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Gamers familiar with “drag and drop” RPGs will feel at home using the mouse/kb.</a:t>
            </a:r>
          </a:p>
          <a:p>
            <a:pPr marL="1295440" lvl="1" indent="-647720" algn="l">
              <a:lnSpc>
                <a:spcPts val="6240"/>
              </a:lnSpc>
              <a:buFont typeface="Arial"/>
              <a:buChar char="•"/>
            </a:pPr>
            <a:r>
              <a:rPr lang="en-US" sz="6000" dirty="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Hover over an item or action to learn more about it.</a:t>
            </a:r>
          </a:p>
          <a:p>
            <a:pPr marL="1295440" lvl="1" indent="-647720" algn="l">
              <a:lnSpc>
                <a:spcPts val="6240"/>
              </a:lnSpc>
              <a:buFont typeface="Arial"/>
              <a:buChar char="•"/>
            </a:pPr>
            <a:r>
              <a:rPr lang="en-US" sz="6000" dirty="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This actions/shortcut interface is much more streamlined than the controller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84497">
            <a:off x="5726863" y="3759616"/>
            <a:ext cx="7190333" cy="5150893"/>
          </a:xfrm>
          <a:custGeom>
            <a:avLst/>
            <a:gdLst/>
            <a:ahLst/>
            <a:cxnLst/>
            <a:rect l="l" t="t" r="r" b="b"/>
            <a:pathLst>
              <a:path w="7190333" h="5150893">
                <a:moveTo>
                  <a:pt x="0" y="0"/>
                </a:moveTo>
                <a:lnTo>
                  <a:pt x="7190333" y="0"/>
                </a:lnTo>
                <a:lnTo>
                  <a:pt x="7190333" y="5150893"/>
                </a:lnTo>
                <a:lnTo>
                  <a:pt x="0" y="5150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698229" y="2019300"/>
            <a:ext cx="10891541" cy="144004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15"/>
              </a:lnSpc>
            </a:pPr>
            <a:r>
              <a:rPr lang="en-US" sz="10399" dirty="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controller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820718">
            <a:off x="-48827" y="839330"/>
            <a:ext cx="1639923" cy="163992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348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200" y="-28575"/>
              <a:ext cx="406400" cy="739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party List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 rot="820718">
            <a:off x="2969773" y="381676"/>
            <a:ext cx="2167429" cy="216742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348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entire party inventory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 rot="820718">
            <a:off x="8579847" y="947310"/>
            <a:ext cx="1781696" cy="1639923"/>
            <a:chOff x="0" y="0"/>
            <a:chExt cx="883068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3068" cy="812800"/>
            </a:xfrm>
            <a:custGeom>
              <a:avLst/>
              <a:gdLst/>
              <a:ahLst/>
              <a:cxnLst/>
              <a:rect l="l" t="t" r="r" b="b"/>
              <a:pathLst>
                <a:path w="883068" h="812800">
                  <a:moveTo>
                    <a:pt x="441534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79868" y="0"/>
                  </a:lnTo>
                  <a:lnTo>
                    <a:pt x="679868" y="406400"/>
                  </a:lnTo>
                  <a:lnTo>
                    <a:pt x="883068" y="406400"/>
                  </a:lnTo>
                  <a:lnTo>
                    <a:pt x="441534" y="812800"/>
                  </a:lnTo>
                  <a:close/>
                </a:path>
              </a:pathLst>
            </a:custGeom>
            <a:solidFill>
              <a:srgbClr val="348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3200" y="-28575"/>
              <a:ext cx="476668" cy="739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“equipped” inventory items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 rot="1945833">
            <a:off x="12319564" y="825716"/>
            <a:ext cx="3086100" cy="2025253"/>
            <a:chOff x="0" y="0"/>
            <a:chExt cx="812800" cy="533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533400"/>
            </a:xfrm>
            <a:custGeom>
              <a:avLst/>
              <a:gdLst/>
              <a:ahLst/>
              <a:cxnLst/>
              <a:rect l="l" t="t" r="r" b="b"/>
              <a:pathLst>
                <a:path w="812800" h="533400">
                  <a:moveTo>
                    <a:pt x="273050" y="0"/>
                  </a:moveTo>
                  <a:lnTo>
                    <a:pt x="0" y="266700"/>
                  </a:lnTo>
                  <a:lnTo>
                    <a:pt x="273050" y="533400"/>
                  </a:lnTo>
                  <a:lnTo>
                    <a:pt x="273050" y="400050"/>
                  </a:lnTo>
                  <a:lnTo>
                    <a:pt x="539750" y="400050"/>
                  </a:lnTo>
                  <a:lnTo>
                    <a:pt x="539750" y="533400"/>
                  </a:lnTo>
                  <a:lnTo>
                    <a:pt x="812800" y="266700"/>
                  </a:lnTo>
                  <a:lnTo>
                    <a:pt x="539750" y="0"/>
                  </a:lnTo>
                  <a:lnTo>
                    <a:pt x="539750" y="133350"/>
                  </a:lnTo>
                  <a:lnTo>
                    <a:pt x="273050" y="133350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348DD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600" y="101600"/>
              <a:ext cx="6096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detailed character information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94359" y="943420"/>
            <a:ext cx="4313986" cy="2452800"/>
            <a:chOff x="0" y="0"/>
            <a:chExt cx="1136194" cy="646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36194" cy="646005"/>
            </a:xfrm>
            <a:custGeom>
              <a:avLst/>
              <a:gdLst/>
              <a:ahLst/>
              <a:cxnLst/>
              <a:rect l="l" t="t" r="r" b="b"/>
              <a:pathLst>
                <a:path w="1136194" h="646005">
                  <a:moveTo>
                    <a:pt x="30508" y="0"/>
                  </a:moveTo>
                  <a:lnTo>
                    <a:pt x="1105686" y="0"/>
                  </a:lnTo>
                  <a:cubicBezTo>
                    <a:pt x="1122535" y="0"/>
                    <a:pt x="1136194" y="13659"/>
                    <a:pt x="1136194" y="30508"/>
                  </a:cubicBezTo>
                  <a:lnTo>
                    <a:pt x="1136194" y="615497"/>
                  </a:lnTo>
                  <a:cubicBezTo>
                    <a:pt x="1136194" y="632346"/>
                    <a:pt x="1122535" y="646005"/>
                    <a:pt x="1105686" y="646005"/>
                  </a:cubicBezTo>
                  <a:lnTo>
                    <a:pt x="30508" y="646005"/>
                  </a:lnTo>
                  <a:cubicBezTo>
                    <a:pt x="13659" y="646005"/>
                    <a:pt x="0" y="632346"/>
                    <a:pt x="0" y="615497"/>
                  </a:cubicBezTo>
                  <a:lnTo>
                    <a:pt x="0" y="30508"/>
                  </a:lnTo>
                  <a:cubicBezTo>
                    <a:pt x="0" y="13659"/>
                    <a:pt x="13659" y="0"/>
                    <a:pt x="30508" y="0"/>
                  </a:cubicBezTo>
                  <a:close/>
                </a:path>
              </a:pathLst>
            </a:custGeom>
            <a:solidFill>
              <a:srgbClr val="348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136194" cy="703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These are the action/shortcut menus, presented as radial menus, similar to what other games use (think GTA V or Red Dead Redemption.)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07180" y="8258489"/>
            <a:ext cx="4313986" cy="1716068"/>
            <a:chOff x="0" y="0"/>
            <a:chExt cx="1136194" cy="4519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6194" cy="451969"/>
            </a:xfrm>
            <a:custGeom>
              <a:avLst/>
              <a:gdLst/>
              <a:ahLst/>
              <a:cxnLst/>
              <a:rect l="l" t="t" r="r" b="b"/>
              <a:pathLst>
                <a:path w="1136194" h="451969">
                  <a:moveTo>
                    <a:pt x="30508" y="0"/>
                  </a:moveTo>
                  <a:lnTo>
                    <a:pt x="1105686" y="0"/>
                  </a:lnTo>
                  <a:cubicBezTo>
                    <a:pt x="1122535" y="0"/>
                    <a:pt x="1136194" y="13659"/>
                    <a:pt x="1136194" y="30508"/>
                  </a:cubicBezTo>
                  <a:lnTo>
                    <a:pt x="1136194" y="421460"/>
                  </a:lnTo>
                  <a:cubicBezTo>
                    <a:pt x="1136194" y="429552"/>
                    <a:pt x="1132980" y="437311"/>
                    <a:pt x="1127258" y="443033"/>
                  </a:cubicBezTo>
                  <a:cubicBezTo>
                    <a:pt x="1121537" y="448754"/>
                    <a:pt x="1113777" y="451969"/>
                    <a:pt x="1105686" y="451969"/>
                  </a:cubicBezTo>
                  <a:lnTo>
                    <a:pt x="30508" y="451969"/>
                  </a:lnTo>
                  <a:cubicBezTo>
                    <a:pt x="13659" y="451969"/>
                    <a:pt x="0" y="438310"/>
                    <a:pt x="0" y="421460"/>
                  </a:cubicBezTo>
                  <a:lnTo>
                    <a:pt x="0" y="30508"/>
                  </a:lnTo>
                  <a:cubicBezTo>
                    <a:pt x="0" y="13659"/>
                    <a:pt x="13659" y="0"/>
                    <a:pt x="30508" y="0"/>
                  </a:cubicBezTo>
                  <a:close/>
                </a:path>
              </a:pathLst>
            </a:custGeom>
            <a:solidFill>
              <a:srgbClr val="348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136194" cy="509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They are not widely loved by the community, but they get the job done.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008302" y="3944919"/>
            <a:ext cx="3086100" cy="3280229"/>
            <a:chOff x="0" y="0"/>
            <a:chExt cx="812800" cy="86392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63928"/>
            </a:xfrm>
            <a:custGeom>
              <a:avLst/>
              <a:gdLst/>
              <a:ahLst/>
              <a:cxnLst/>
              <a:rect l="l" t="t" r="r" b="b"/>
              <a:pathLst>
                <a:path w="812800" h="863928">
                  <a:moveTo>
                    <a:pt x="406400" y="0"/>
                  </a:moveTo>
                  <a:lnTo>
                    <a:pt x="812800" y="431964"/>
                  </a:lnTo>
                  <a:lnTo>
                    <a:pt x="406400" y="863928"/>
                  </a:lnTo>
                  <a:lnTo>
                    <a:pt x="0" y="43196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48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9700" y="91338"/>
              <a:ext cx="533400" cy="624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These are activated by the left or right bumper buttons.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833859" y="2023745"/>
            <a:ext cx="14620282" cy="7533642"/>
          </a:xfrm>
          <a:prstGeom prst="rect">
            <a:avLst/>
          </a:prstGeom>
          <a:solidFill>
            <a:schemeClr val="tx1"/>
          </a:solidFill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dirty="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Controller Tips &amp; Tricks:</a:t>
            </a:r>
          </a:p>
          <a:p>
            <a:pPr marL="1036320" lvl="1" indent="-518160" algn="l">
              <a:lnSpc>
                <a:spcPts val="4992"/>
              </a:lnSpc>
              <a:buFont typeface="Arial"/>
              <a:buChar char="•"/>
            </a:pPr>
            <a:r>
              <a:rPr lang="en-US" sz="4800" dirty="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Arranging actions and shortcuts can be a hassle (though deep in the options menu is a way to automatically add items or actions to the radial menus)</a:t>
            </a:r>
          </a:p>
          <a:p>
            <a:pPr marL="1036320" lvl="1" indent="-518160" algn="l">
              <a:lnSpc>
                <a:spcPts val="4992"/>
              </a:lnSpc>
              <a:buFont typeface="Arial"/>
              <a:buChar char="•"/>
            </a:pPr>
            <a:r>
              <a:rPr lang="en-US" sz="4800" dirty="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Detailed character information requires scrolling through multiple menus</a:t>
            </a:r>
          </a:p>
          <a:p>
            <a:pPr marL="1036320" lvl="1" indent="-518160" algn="l">
              <a:lnSpc>
                <a:spcPts val="4992"/>
              </a:lnSpc>
              <a:buFont typeface="Arial"/>
              <a:buChar char="•"/>
            </a:pPr>
            <a:r>
              <a:rPr lang="en-US" sz="4800" dirty="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Clicking the right joystick allows you to enable/disable tooltips or item comparisons versus hovering over them with the mouse</a:t>
            </a:r>
          </a:p>
          <a:p>
            <a:pPr algn="l">
              <a:lnSpc>
                <a:spcPts val="6240"/>
              </a:lnSpc>
            </a:pPr>
            <a:endParaRPr lang="en-US" sz="4800" dirty="0">
              <a:solidFill>
                <a:srgbClr val="FFFFFF"/>
              </a:solidFill>
              <a:latin typeface="Norwester"/>
              <a:ea typeface="Norwester"/>
              <a:cs typeface="Norwester"/>
              <a:sym typeface="Norwes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581401" y="519702"/>
            <a:ext cx="7125198" cy="6396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20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GET OUT THERE AND CONQUER FAERUN!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230" y="5699397"/>
            <a:ext cx="14607540" cy="46769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356</Words>
  <Application>Microsoft Macintosh PowerPoint</Application>
  <PresentationFormat>Custom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Arial</vt:lpstr>
      <vt:lpstr>Norwester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larian games</dc:title>
  <cp:lastModifiedBy>Benjamin Fortier</cp:lastModifiedBy>
  <cp:revision>2</cp:revision>
  <dcterms:created xsi:type="dcterms:W3CDTF">2006-08-16T00:00:00Z</dcterms:created>
  <dcterms:modified xsi:type="dcterms:W3CDTF">2026-02-13T01:06:09Z</dcterms:modified>
  <dc:identifier>DAHBJ5vq66o</dc:identifier>
</cp:coreProperties>
</file>