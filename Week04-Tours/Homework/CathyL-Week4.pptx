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0" r:id="rId2"/>
    <p:sldId id="258" r:id="rId3"/>
    <p:sldId id="259" r:id="rId4"/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175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15DECD-063B-A311-0CC6-6CE51499A2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063CC-7DD6-FB39-39C1-F2D0B2E45E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0B746-0B88-4284-B93A-84FB443E0BA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C7E84-DF17-E112-DC6C-EF406FC90F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4F009-57B4-4B49-C95A-0B37622636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CAFF-9CD2-4835-B5C5-671B763F4A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8621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A04E7-B1F6-4AC9-864A-C259D54B752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55300-3AAC-4363-B462-13196EF5DD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7389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C2592-20BB-29A7-BF10-1E5CD2097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2956F-BB2D-3A89-DD4E-18F54D50A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3B4EC-F501-7A63-7474-A5A84262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7184-8A90-4874-92C9-3F5B6E0AEB92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F982-CD3C-4DF3-402C-D82CB131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3245E-F1D7-0DCB-41A4-2DB43B652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25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B617-18F8-05C2-39A1-8B2ADCBD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B3FEC-5B6E-1A27-5074-D2F099A19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5EA9F-E502-B356-B220-B6CB241A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730CA-B048-4976-AEED-722EF9B7C4BC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FCE94-C8A5-3F12-66EF-E00F0055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71DA6-0372-1591-77E5-2E9315A7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7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6E30D-646F-AB1A-FAD1-7381E0C6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3236D-9479-9FAB-A484-9743ED1F8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A3F02-94B0-91AA-69B3-C5D3248C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E6550-2F15-458F-B10C-8CDFB599BF00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7E7FE-1525-99B2-F47A-07FACE6D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E3D68-B8C1-351A-2D3B-7AF42E1B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1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9D31-AF2B-335D-10E3-5DAE9FA1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BF22C-6888-D252-A975-A19C34457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0F276-A90C-C59F-C663-24576077F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2891B-EEB0-858D-8851-545AA7B5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68E04-2EBE-470F-8AE6-291954683F1F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8DF7D-3671-092C-BA59-468C30F61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177E2-7A72-295F-6A14-13031735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30C1-0A86-5218-ED7A-EA701F6D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9ECDE-8BBB-B3E9-6F1C-80708DE6B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17EF2-613D-D36A-AAD0-33C8DE112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6BC0C8-D2AA-DCC3-B91B-7094D1AC0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B424E-DF3F-E054-85DD-5D724E92D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948C3D-A41D-454E-6BAB-E3867F8CF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E3749-20EA-42CF-882E-2125D83B4A1D}" type="datetime1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1A1CA-BBDE-37D5-F729-E71A0D1B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3001A-D205-FCCD-902B-B7463B57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19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6DAC7-C310-1E8A-C8E2-A0A960EE3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7788D-2444-86AA-389C-F80B0E549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7308-6A34-493C-96B2-777227F408BA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2D43E-4914-724E-6EEE-E4F6B568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FDD9F-D770-1167-9736-8ED5D284C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17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71CF77-CA41-5CD7-063F-EF6FC10F5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1A0D0-E2FB-4B65-B74A-2AE960D77EBA}" type="datetime1">
              <a:rPr lang="en-US" smtClean="0"/>
              <a:t>2/16/2026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4C31E-82AF-2C81-EC11-0F2EEC71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 Metronome tour mockup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C5450-94B0-655A-1656-6DB0FD28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FDA23-41F1-BDAF-E066-E124FE6993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759" y="728667"/>
            <a:ext cx="2680482" cy="5400675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54F4453-617B-F9A3-486B-C351ADF11B73}"/>
              </a:ext>
            </a:extLst>
          </p:cNvPr>
          <p:cNvSpPr txBox="1">
            <a:spLocks/>
          </p:cNvSpPr>
          <p:nvPr userDrawn="1"/>
        </p:nvSpPr>
        <p:spPr>
          <a:xfrm>
            <a:off x="519113" y="66675"/>
            <a:ext cx="2538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Week 4: Tours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188832C-D991-E5A1-C30D-211A03242D75}"/>
              </a:ext>
            </a:extLst>
          </p:cNvPr>
          <p:cNvSpPr txBox="1">
            <a:spLocks/>
          </p:cNvSpPr>
          <p:nvPr userDrawn="1"/>
        </p:nvSpPr>
        <p:spPr>
          <a:xfrm>
            <a:off x="9472613" y="66675"/>
            <a:ext cx="25384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Cathy L</a:t>
            </a:r>
          </a:p>
        </p:txBody>
      </p:sp>
    </p:spTree>
    <p:extLst>
      <p:ext uri="{BB962C8B-B14F-4D97-AF65-F5344CB8AC3E}">
        <p14:creationId xmlns:p14="http://schemas.microsoft.com/office/powerpoint/2010/main" val="148586615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6AA7-D996-D5D0-4991-701D2CABE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72FA0-2D19-8455-0EE8-AEC02C7CD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C0482-B313-DAD1-4227-217B7E3DF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A5096-023A-D6C2-3A86-18D8AAB3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865D-DB46-4A5A-A7AC-73B957ED428C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63120-93FE-79F7-A4ED-CD18B982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357A8-4174-16E2-61EE-BFA7A85E8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8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B09C-9E5D-3827-F264-ED4FE6E8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C93B14-1081-2B3C-FE0E-8E496B8B9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A7CF9-F21E-FD30-9AB7-E894A303C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6FB18-D83D-79C1-FCDF-9FFA56F7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F1F42-0D4A-49A9-8C33-E7D9BC831F1B}" type="datetime1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1AF77-D915-324E-082F-D5122115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D3EA3-FAD3-6BE4-1D48-D61F30A2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92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08B2-0B2D-4B2E-5D10-D20A44395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0037A-2F05-F73A-9315-1A1B7F0E6F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A9AF8-DE94-EB63-8898-9824E3D8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A5BA-D45C-47DE-BCF9-F5496DB9F9F4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C387A-CF63-A015-3A36-84E7700C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EE31A-A5D8-BAC3-DA85-9B7B93FD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7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A48F4-6A93-AC18-BE49-A3BDA62F2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CA370F-B078-4DE4-6D9A-D7D74AA65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3A952-65DE-2758-581F-D90A597B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D66C4-1805-4597-9BDF-08FE8EBE0C41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63673-D3B1-C167-17AE-D86BADE08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F963B-FDC4-7114-62E9-11AE8015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8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BD4B0-7A78-1185-ACE0-7794E254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0C59F-EC62-9946-7244-FC6ED532C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0BAD3-0745-837F-7D5E-9FDB48C57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F861B-B518-4E81-ABCB-1ECA9682E6DE}" type="datetime1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E3A38-C695-2F7C-ABD3-BD4BF9547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F336D-AE32-9E75-2B24-667CEE554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33B5-BB70-4A05-8D0C-2E0EE2FFE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1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0C1B1-0CCF-7E33-A7A3-4EFC39FD7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0187"/>
            <a:ext cx="9144000" cy="2387600"/>
          </a:xfrm>
        </p:spPr>
        <p:txBody>
          <a:bodyPr/>
          <a:lstStyle/>
          <a:p>
            <a:r>
              <a:rPr lang="en-US" dirty="0"/>
              <a:t>Pro Metronome Tour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0A7092-0C27-CD3D-0524-67EBE3ED1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953" y="4532051"/>
            <a:ext cx="9144000" cy="1655762"/>
          </a:xfrm>
        </p:spPr>
        <p:txBody>
          <a:bodyPr/>
          <a:lstStyle/>
          <a:p>
            <a:r>
              <a:rPr lang="en-US" dirty="0"/>
              <a:t>Week 4: Tours</a:t>
            </a:r>
          </a:p>
          <a:p>
            <a:r>
              <a:rPr lang="en-US" dirty="0"/>
              <a:t>Cathy L.</a:t>
            </a:r>
          </a:p>
          <a:p>
            <a:r>
              <a:rPr lang="en-US" dirty="0"/>
              <a:t>2/16/2026</a:t>
            </a:r>
          </a:p>
        </p:txBody>
      </p:sp>
    </p:spTree>
    <p:extLst>
      <p:ext uri="{BB962C8B-B14F-4D97-AF65-F5344CB8AC3E}">
        <p14:creationId xmlns:p14="http://schemas.microsoft.com/office/powerpoint/2010/main" val="224240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BD60-6D20-D1E1-33A5-1B37A240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D363A-2BDB-9C75-38D4-7592620B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D30B8-546A-5F37-80E1-3CCDC212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2</a:t>
            </a:fld>
            <a:endParaRPr lang="en-US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F1623E3-0828-5424-D69B-739B58ABE2DE}"/>
              </a:ext>
            </a:extLst>
          </p:cNvPr>
          <p:cNvSpPr/>
          <p:nvPr/>
        </p:nvSpPr>
        <p:spPr>
          <a:xfrm>
            <a:off x="5623906" y="1939332"/>
            <a:ext cx="1572263" cy="947056"/>
          </a:xfrm>
          <a:prstGeom prst="wedgeRoundRectCallout">
            <a:avLst>
              <a:gd name="adj1" fmla="val -28404"/>
              <a:gd name="adj2" fmla="val 8856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Welcome to the new Pro Metronome interface!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9AB6A-E189-D0A4-A6AB-A8E1370628F1}"/>
              </a:ext>
            </a:extLst>
          </p:cNvPr>
          <p:cNvSpPr txBox="1"/>
          <p:nvPr/>
        </p:nvSpPr>
        <p:spPr>
          <a:xfrm>
            <a:off x="5734135" y="2612571"/>
            <a:ext cx="1316335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              End      Next</a:t>
            </a:r>
          </a:p>
        </p:txBody>
      </p:sp>
    </p:spTree>
    <p:extLst>
      <p:ext uri="{BB962C8B-B14F-4D97-AF65-F5344CB8AC3E}">
        <p14:creationId xmlns:p14="http://schemas.microsoft.com/office/powerpoint/2010/main" val="453802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376F9-620D-F539-676F-DD639DB0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57C015-915C-B3AD-3C2C-D01551C21278}"/>
              </a:ext>
            </a:extLst>
          </p:cNvPr>
          <p:cNvCxnSpPr>
            <a:cxnSpLocks/>
          </p:cNvCxnSpPr>
          <p:nvPr/>
        </p:nvCxnSpPr>
        <p:spPr>
          <a:xfrm flipH="1" flipV="1">
            <a:off x="5389418" y="1528618"/>
            <a:ext cx="344717" cy="556415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A8E5CA-0755-1E2C-24DF-FC084774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96C1D1-801D-BB8E-0676-723355F4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3</a:t>
            </a:fld>
            <a:endParaRPr 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710B3F68-1941-4256-3D8B-56766AF56664}"/>
              </a:ext>
            </a:extLst>
          </p:cNvPr>
          <p:cNvSpPr/>
          <p:nvPr/>
        </p:nvSpPr>
        <p:spPr>
          <a:xfrm>
            <a:off x="5623906" y="1939332"/>
            <a:ext cx="1572263" cy="947056"/>
          </a:xfrm>
          <a:prstGeom prst="wedgeRoundRectCallout">
            <a:avLst>
              <a:gd name="adj1" fmla="val -28404"/>
              <a:gd name="adj2" fmla="val 8856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Spin dial below to 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set tempo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EAA0EA-56F8-605A-8EF1-9B00EF8271B4}"/>
              </a:ext>
            </a:extLst>
          </p:cNvPr>
          <p:cNvSpPr txBox="1"/>
          <p:nvPr/>
        </p:nvSpPr>
        <p:spPr>
          <a:xfrm>
            <a:off x="5734135" y="2612571"/>
            <a:ext cx="1316335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Back      End      Next</a:t>
            </a:r>
          </a:p>
        </p:txBody>
      </p:sp>
    </p:spTree>
    <p:extLst>
      <p:ext uri="{BB962C8B-B14F-4D97-AF65-F5344CB8AC3E}">
        <p14:creationId xmlns:p14="http://schemas.microsoft.com/office/powerpoint/2010/main" val="79976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2750A-5262-9AF0-8544-EF8901134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AF479-886B-75F3-9ED6-EB1156BD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4</a:t>
            </a:fld>
            <a:endParaRPr lang="en-US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521BCDE4-22CA-62D6-0038-8B95E48DC457}"/>
              </a:ext>
            </a:extLst>
          </p:cNvPr>
          <p:cNvSpPr/>
          <p:nvPr/>
        </p:nvSpPr>
        <p:spPr>
          <a:xfrm>
            <a:off x="5421390" y="4377834"/>
            <a:ext cx="1572263" cy="1106053"/>
          </a:xfrm>
          <a:prstGeom prst="wedgeRoundRectCallout">
            <a:avLst>
              <a:gd name="adj1" fmla="val -53968"/>
              <a:gd name="adj2" fmla="val 8060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Press here to adjust time signature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7E0CD-4B49-CC20-8CFC-C8FC5B0AE172}"/>
              </a:ext>
            </a:extLst>
          </p:cNvPr>
          <p:cNvSpPr txBox="1"/>
          <p:nvPr/>
        </p:nvSpPr>
        <p:spPr>
          <a:xfrm>
            <a:off x="5531619" y="5210070"/>
            <a:ext cx="1316335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Back      End      Next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C9047D-4CC1-454C-29BB-89F3BECD4E4B}"/>
              </a:ext>
            </a:extLst>
          </p:cNvPr>
          <p:cNvCxnSpPr>
            <a:cxnSpLocks/>
          </p:cNvCxnSpPr>
          <p:nvPr/>
        </p:nvCxnSpPr>
        <p:spPr>
          <a:xfrm flipH="1" flipV="1">
            <a:off x="6471138" y="1522325"/>
            <a:ext cx="85411" cy="2855509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5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4208-509C-2577-0DE0-E658E6C39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6C29C0A9-955D-355E-09BD-6A6B9ED98A60}"/>
              </a:ext>
            </a:extLst>
          </p:cNvPr>
          <p:cNvSpPr/>
          <p:nvPr/>
        </p:nvSpPr>
        <p:spPr>
          <a:xfrm>
            <a:off x="5597236" y="2322946"/>
            <a:ext cx="1572263" cy="1106053"/>
          </a:xfrm>
          <a:prstGeom prst="wedgeRoundRectCallout">
            <a:avLst>
              <a:gd name="adj1" fmla="val -75378"/>
              <a:gd name="adj2" fmla="val -2886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Press here to adjust other app settings</a:t>
            </a:r>
          </a:p>
          <a:p>
            <a:pPr algn="ctr"/>
            <a:endParaRPr lang="en-US" sz="1000" dirty="0">
              <a:solidFill>
                <a:schemeClr val="tx1"/>
              </a:solidFill>
            </a:endParaRPr>
          </a:p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3D75C-0285-FCE4-8DAD-DFD1CEDAE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ED4EE-07C2-DB38-674A-264A854B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33B5-BB70-4A05-8D0C-2E0EE2FFEB83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68D512-6ABB-4608-6F84-6C32365675B0}"/>
              </a:ext>
            </a:extLst>
          </p:cNvPr>
          <p:cNvSpPr txBox="1"/>
          <p:nvPr/>
        </p:nvSpPr>
        <p:spPr>
          <a:xfrm>
            <a:off x="5707465" y="3155182"/>
            <a:ext cx="1316335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Back      End      Next</a:t>
            </a:r>
          </a:p>
        </p:txBody>
      </p:sp>
    </p:spTree>
    <p:extLst>
      <p:ext uri="{BB962C8B-B14F-4D97-AF65-F5344CB8AC3E}">
        <p14:creationId xmlns:p14="http://schemas.microsoft.com/office/powerpoint/2010/main" val="691574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2083</TotalTime>
  <Words>54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 Metronome Tour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Cathy Lavey</dc:creator>
  <cp:lastModifiedBy>Cathy Lavey</cp:lastModifiedBy>
  <cp:revision>7</cp:revision>
  <dcterms:created xsi:type="dcterms:W3CDTF">2026-02-16T14:59:55Z</dcterms:created>
  <dcterms:modified xsi:type="dcterms:W3CDTF">2026-02-18T01:43:47Z</dcterms:modified>
</cp:coreProperties>
</file>