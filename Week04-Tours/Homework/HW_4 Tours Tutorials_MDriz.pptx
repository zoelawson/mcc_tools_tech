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B5C98-1B1A-4C6E-929E-7BFBAEB67CB7}" v="1" dt="2026-02-16T14:36:53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dred Driz" userId="18ee81b57148af3a" providerId="LiveId" clId="{79A2F4FA-7C99-4E81-9CAA-55C28F235913}"/>
    <pc:docChg chg="custSel modSld">
      <pc:chgData name="Mildred Driz" userId="18ee81b57148af3a" providerId="LiveId" clId="{79A2F4FA-7C99-4E81-9CAA-55C28F235913}" dt="2026-02-16T15:20:22.381" v="464" actId="20577"/>
      <pc:docMkLst>
        <pc:docMk/>
      </pc:docMkLst>
      <pc:sldChg chg="addSp modSp mod modClrScheme chgLayout">
        <pc:chgData name="Mildred Driz" userId="18ee81b57148af3a" providerId="LiveId" clId="{79A2F4FA-7C99-4E81-9CAA-55C28F235913}" dt="2026-02-16T15:19:25.856" v="449" actId="255"/>
        <pc:sldMkLst>
          <pc:docMk/>
          <pc:sldMk cId="2536990497" sldId="256"/>
        </pc:sldMkLst>
        <pc:spChg chg="add mod">
          <ac:chgData name="Mildred Driz" userId="18ee81b57148af3a" providerId="LiveId" clId="{79A2F4FA-7C99-4E81-9CAA-55C28F235913}" dt="2026-02-16T15:19:25.856" v="449" actId="255"/>
          <ac:spMkLst>
            <pc:docMk/>
            <pc:sldMk cId="2536990497" sldId="256"/>
            <ac:spMk id="2" creationId="{15B47DB1-D5DA-0157-C660-6B01D1FEBB98}"/>
          </ac:spMkLst>
        </pc:spChg>
        <pc:spChg chg="add mod">
          <ac:chgData name="Mildred Driz" userId="18ee81b57148af3a" providerId="LiveId" clId="{79A2F4FA-7C99-4E81-9CAA-55C28F235913}" dt="2026-02-16T15:19:18.178" v="448" actId="255"/>
          <ac:spMkLst>
            <pc:docMk/>
            <pc:sldMk cId="2536990497" sldId="256"/>
            <ac:spMk id="3" creationId="{4E299D9F-561A-D3DE-8FAB-345F0A8A8974}"/>
          </ac:spMkLst>
        </pc:spChg>
      </pc:sldChg>
      <pc:sldChg chg="addSp modSp mod">
        <pc:chgData name="Mildred Driz" userId="18ee81b57148af3a" providerId="LiveId" clId="{79A2F4FA-7C99-4E81-9CAA-55C28F235913}" dt="2026-02-16T15:17:03.662" v="411" actId="207"/>
        <pc:sldMkLst>
          <pc:docMk/>
          <pc:sldMk cId="1938505219" sldId="257"/>
        </pc:sldMkLst>
        <pc:spChg chg="add mod">
          <ac:chgData name="Mildred Driz" userId="18ee81b57148af3a" providerId="LiveId" clId="{79A2F4FA-7C99-4E81-9CAA-55C28F235913}" dt="2026-02-16T15:17:03.662" v="411" actId="207"/>
          <ac:spMkLst>
            <pc:docMk/>
            <pc:sldMk cId="1938505219" sldId="257"/>
            <ac:spMk id="6" creationId="{F885976C-E29D-AA64-E65D-F43AC17E0228}"/>
          </ac:spMkLst>
        </pc:spChg>
      </pc:sldChg>
      <pc:sldChg chg="addSp modSp mod">
        <pc:chgData name="Mildred Driz" userId="18ee81b57148af3a" providerId="LiveId" clId="{79A2F4FA-7C99-4E81-9CAA-55C28F235913}" dt="2026-02-16T15:20:22.381" v="464" actId="20577"/>
        <pc:sldMkLst>
          <pc:docMk/>
          <pc:sldMk cId="2524007013" sldId="260"/>
        </pc:sldMkLst>
        <pc:spChg chg="add mod">
          <ac:chgData name="Mildred Driz" userId="18ee81b57148af3a" providerId="LiveId" clId="{79A2F4FA-7C99-4E81-9CAA-55C28F235913}" dt="2026-02-16T15:20:22.381" v="464" actId="20577"/>
          <ac:spMkLst>
            <pc:docMk/>
            <pc:sldMk cId="2524007013" sldId="260"/>
            <ac:spMk id="2" creationId="{84553C11-F9E9-CDC9-E0C5-A92971D91987}"/>
          </ac:spMkLst>
        </pc:spChg>
      </pc:sldChg>
      <pc:sldChg chg="addSp delSp modSp mod">
        <pc:chgData name="Mildred Driz" userId="18ee81b57148af3a" providerId="LiveId" clId="{79A2F4FA-7C99-4E81-9CAA-55C28F235913}" dt="2026-02-16T15:17:09.457" v="412" actId="207"/>
        <pc:sldMkLst>
          <pc:docMk/>
          <pc:sldMk cId="688457297" sldId="261"/>
        </pc:sldMkLst>
        <pc:spChg chg="add del mod">
          <ac:chgData name="Mildred Driz" userId="18ee81b57148af3a" providerId="LiveId" clId="{79A2F4FA-7C99-4E81-9CAA-55C28F235913}" dt="2026-02-16T14:36:34.075" v="87" actId="21"/>
          <ac:spMkLst>
            <pc:docMk/>
            <pc:sldMk cId="688457297" sldId="261"/>
            <ac:spMk id="2" creationId="{EBB6BA3B-B43C-045E-23BC-D5C68ABFEE26}"/>
          </ac:spMkLst>
        </pc:spChg>
        <pc:spChg chg="add del mod">
          <ac:chgData name="Mildred Driz" userId="18ee81b57148af3a" providerId="LiveId" clId="{79A2F4FA-7C99-4E81-9CAA-55C28F235913}" dt="2026-02-16T14:36:57.304" v="89" actId="21"/>
          <ac:spMkLst>
            <pc:docMk/>
            <pc:sldMk cId="688457297" sldId="261"/>
            <ac:spMk id="3" creationId="{EBB6BA3B-B43C-045E-23BC-D5C68ABFEE26}"/>
          </ac:spMkLst>
        </pc:spChg>
        <pc:spChg chg="add mod">
          <ac:chgData name="Mildred Driz" userId="18ee81b57148af3a" providerId="LiveId" clId="{79A2F4FA-7C99-4E81-9CAA-55C28F235913}" dt="2026-02-16T15:17:09.457" v="412" actId="207"/>
          <ac:spMkLst>
            <pc:docMk/>
            <pc:sldMk cId="688457297" sldId="261"/>
            <ac:spMk id="4" creationId="{FD335047-AB8C-E7EB-C9BA-2812E7DEF6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8F21-AA41-0B16-39F7-7683D179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498B0-7ADE-5593-BC83-383F36D51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9A1D5-3197-08DD-DE60-49FD5C42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4A5FD-8ACD-0922-5E25-DD982DA7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BAA51-A0B1-5671-BE8D-5B7A168F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0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F655-ED77-7992-CB9C-0409104C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1484-3AFF-4525-8CFB-8C12BF418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0FA1A-0815-4EA8-527E-5D39EE7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77AB3-BBA0-4B59-20BE-18003B3C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9905-2F4A-0DC8-8317-51320B59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8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1877-29D3-31EF-F718-F160E694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050C-F655-4BDF-2A60-C3F36E61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21CC-6F90-83A0-8C0B-391C6F17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78AC9-EDA3-FBDA-430D-D2E59A43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E031D-8517-3AA1-EA27-9ECE7FFA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6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D6D1-ED89-7700-2F16-F7BDD38B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2581-70C0-DA2A-8B3D-47313519D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94DCB-89C1-D9DE-939D-45BACDD91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06411-D9B9-B4BF-8A4E-A2E1DBD2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28DC-B867-5604-8E29-FDE24ABD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A73AF-E4F1-470C-D90E-32B8905F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27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F9EE-8959-E950-DCD3-F5776D24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EFCAD-C583-DEDB-12B3-D43E45056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BFA72-DA9C-6209-172B-06224A817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F765C-2CCD-A7CB-0236-0E90ACD3E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57275-DF62-5C36-8F76-2579C8F9A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EAA6E-A65C-4F44-26E1-E2122421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2ACC7-3264-DD39-7B61-20353AC2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264BB-81F5-4F4F-A1E1-9731E8D6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4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A696-7E93-8890-3685-B8E84029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C882A-DBCF-5357-7C12-D4516DD4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884E1-0690-923A-D69F-C7C63F82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56B1E-8464-DFFF-9CF5-2E945ED4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7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10B0B-5A03-CAC5-6838-7A8D4AFC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793C5-BCC4-F5E6-2A42-16204274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65E31-3DC3-7B77-7229-20099838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5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29A6-176D-334E-4729-8F2D34BD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2E374-1A2E-B2B1-1135-A890299E7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51ECF-BC06-DF94-B414-9538F8F73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716A7-B8CD-D8FA-1F53-AEAF9348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BB19F-A547-97DB-FEB3-81B2BBD0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A565A-4424-3849-F9D6-4AB588F6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6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B6E0-50D2-0527-AD07-E4845528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C37D79-35A9-6AEC-0205-D8455461B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03C62-AED7-7BF0-9BB0-1B0800F4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93DB8-F82D-3934-0E06-1781513D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6F631-5EA8-84D4-8E67-9E014964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5CFC0-B077-4A0D-AB99-ECFC6D68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6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1A72-DD7D-9107-6F65-538DCAD9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775E9-6FEC-7BBA-FE63-DA9AF2E08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E8785-F939-88F3-A580-CBD62C18B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281A-805D-C0E3-CB4C-5A8DAAC0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50EA-4177-90D8-64CC-3B957BF7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5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358BC-906B-7E8A-39D2-930E30161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C587F-5BD6-021F-7B2B-80D039126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01BB3-CF52-AB7C-D0F7-98CECEE5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A77BA-90CF-996E-83A0-F6B06435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D3E9-86AE-DC6E-4314-4556A325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6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95338-50A5-527A-84AE-F73F8411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8597-63BE-1075-C73D-CD9A8EC03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BD902-6723-E654-26CA-111ADA7FD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BA430-887B-46C4-AB92-7BFC061709A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4DAB6-D0ED-B8BC-608A-97A541798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DEA8B-D12C-A232-6165-4DBA87927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A8026-5EDF-4275-8948-A28A2371B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8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7DB1-D5DA-0157-C660-6B01D1FEB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FDA-Approved Drugs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99D9F-561A-D3DE-8FAB-345F0A8A89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253699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3D049E-EFAC-D136-2DD2-F5E843F4D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914182"/>
            <a:ext cx="9563929" cy="5029636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885976C-E29D-AA64-E65D-F43AC17E0228}"/>
              </a:ext>
            </a:extLst>
          </p:cNvPr>
          <p:cNvSpPr/>
          <p:nvPr/>
        </p:nvSpPr>
        <p:spPr>
          <a:xfrm>
            <a:off x="1314035" y="1240971"/>
            <a:ext cx="1654629" cy="1436915"/>
          </a:xfrm>
          <a:prstGeom prst="wedgeRectCallou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 the drug name in the search bar (for example,  TYL for Tylenol)</a:t>
            </a:r>
          </a:p>
        </p:txBody>
      </p:sp>
    </p:spTree>
    <p:extLst>
      <p:ext uri="{BB962C8B-B14F-4D97-AF65-F5344CB8AC3E}">
        <p14:creationId xmlns:p14="http://schemas.microsoft.com/office/powerpoint/2010/main" val="193850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278E-59A1-A82C-9363-CF199523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ABC1DD-E7D5-BBA2-5EFA-C7C76F56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914182"/>
            <a:ext cx="9563929" cy="5029636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FD335047-AB8C-E7EB-C9BA-2812E7DEF618}"/>
              </a:ext>
            </a:extLst>
          </p:cNvPr>
          <p:cNvSpPr/>
          <p:nvPr/>
        </p:nvSpPr>
        <p:spPr>
          <a:xfrm>
            <a:off x="664029" y="3254828"/>
            <a:ext cx="3243942" cy="859971"/>
          </a:xfrm>
          <a:prstGeom prst="wedgeRectCallou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Click on the letter below and this will list all FDA approved drugs in alphabetical order</a:t>
            </a:r>
          </a:p>
        </p:txBody>
      </p:sp>
    </p:spTree>
    <p:extLst>
      <p:ext uri="{BB962C8B-B14F-4D97-AF65-F5344CB8AC3E}">
        <p14:creationId xmlns:p14="http://schemas.microsoft.com/office/powerpoint/2010/main" val="68845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E9D3-6862-818B-8D78-42A9AACD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0806D5-B9F0-E69E-2C84-27656322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5" y="914182"/>
            <a:ext cx="9563929" cy="5029636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4553C11-F9E9-CDC9-E0C5-A92971D91987}"/>
              </a:ext>
            </a:extLst>
          </p:cNvPr>
          <p:cNvSpPr/>
          <p:nvPr/>
        </p:nvSpPr>
        <p:spPr>
          <a:xfrm>
            <a:off x="9577136" y="3429000"/>
            <a:ext cx="2229853" cy="1736558"/>
          </a:xfrm>
          <a:prstGeom prst="wedgeRectCallou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Click on the arrow to </a:t>
            </a:r>
            <a:r>
              <a:rPr lang="en-US"/>
              <a:t>browse approved reports</a:t>
            </a:r>
            <a:r>
              <a:rPr lang="en-US" dirty="0"/>
              <a:t>. You can filter by date and view the data</a:t>
            </a:r>
          </a:p>
        </p:txBody>
      </p:sp>
    </p:spTree>
    <p:extLst>
      <p:ext uri="{BB962C8B-B14F-4D97-AF65-F5344CB8AC3E}">
        <p14:creationId xmlns:p14="http://schemas.microsoft.com/office/powerpoint/2010/main" val="252400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53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FDA-Approved Drugs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Mildred Driz</dc:creator>
  <cp:lastModifiedBy>Mildred Driz</cp:lastModifiedBy>
  <cp:revision>1</cp:revision>
  <dcterms:created xsi:type="dcterms:W3CDTF">2026-02-16T14:17:16Z</dcterms:created>
  <dcterms:modified xsi:type="dcterms:W3CDTF">2026-02-16T15:20:27Z</dcterms:modified>
</cp:coreProperties>
</file>