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0" r:id="rId3"/>
    <p:sldId id="258" r:id="rId4"/>
    <p:sldId id="256" r:id="rId5"/>
    <p:sldId id="257" r:id="rId6"/>
    <p:sldId id="261" r:id="rId7"/>
    <p:sldId id="259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51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4D6E-A810-2F51-5846-03351D0E2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145EC-9F6C-4AF1-D7F2-A580816B5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DD61A-4767-00EF-4B77-25A3D1BF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4121EE-D8E3-48C2-97A6-763634B7B12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7A16A-7F38-E14C-58E1-BE0CD80E4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7E737-5FA9-F523-84C3-0CA52B8B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253E1B-469D-4E9A-BD20-50EDBBDC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8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B117A-0BBB-F4B4-C287-373ACF33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02BF5-6F35-C8C2-7FAA-87119A321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57654-B2E9-9B91-2F70-35443403E2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4121EE-D8E3-48C2-97A6-763634B7B12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E319D-0EDF-98D3-6FC0-98DED82D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C2D7-602C-243F-613B-FC28D321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253E1B-469D-4E9A-BD20-50EDBBDC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9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7CD-F221-C3A3-50C7-5EF5500E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B6D4E-4D61-A09C-A585-E96C4F6E9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D1D62-34F3-C080-6347-3BA509A1C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C0BFF-B611-ACF8-24C7-677E1DF01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4121EE-D8E3-48C2-97A6-763634B7B12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92E32-894E-9D2C-E463-23963E765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5436C-86C6-EF7F-77F4-236E563C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253E1B-469D-4E9A-BD20-50EDBBDC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9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C31C-B36D-83B7-7DF2-803C7EDDD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D0D7-7D29-FB00-911D-4ADD2D6E1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B7A9B-0960-562D-30ED-D8D4BF469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7E8D9-CE23-FDDE-BE4F-7B3889382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E972B-AA00-C51E-25BC-338BC17A38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4B493-C575-45C9-6F04-AA784ECA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4121EE-D8E3-48C2-97A6-763634B7B12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10AF7E-F856-6B86-1CA6-AB90B1665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12098-7A12-EA1A-7A4F-B752F289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253E1B-469D-4E9A-BD20-50EDBBDC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72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225E4-F130-4C80-3912-FB87B659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80E22-9A54-41CE-DD8B-DD22C483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4121EE-D8E3-48C2-97A6-763634B7B12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B87D9-6B75-6CAF-E673-42DB8B31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11308-AAAA-0B93-B564-4E0F9563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253E1B-469D-4E9A-BD20-50EDBBDC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1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A1CBD2-A631-1ACC-DD93-39B25FBF87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4121EE-D8E3-48C2-97A6-763634B7B12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732BD-88B3-4B57-B123-4D6A9E14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35E06-98BD-D809-C045-880937715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253E1B-469D-4E9A-BD20-50EDBBDC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81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C177-CC8D-8B0C-823A-421B0C9B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C3A86-F63A-007D-1E51-2C4C15266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8CD98-A81E-E39A-2EE5-E87EC1E92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F1569-C03B-5302-8DC8-C45AAC7DD8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4121EE-D8E3-48C2-97A6-763634B7B12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32D36-7161-C0D8-3ABC-0C59C9DC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25DCD-BBDA-A348-3AAC-6B8D1327F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253E1B-469D-4E9A-BD20-50EDBBDC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531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CFCAE-C331-1D80-0520-6F586D0E6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22DC44-0BAE-3ADF-ABBC-293A16CDB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94DC9-04F7-BC19-EAA9-6E3FFF8C9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8AB58-11A3-14BC-095C-C1077976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4121EE-D8E3-48C2-97A6-763634B7B12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CA277-762E-DD01-0DBD-C7ED9BA67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8FC18-628D-8873-4269-7969279B7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253E1B-469D-4E9A-BD20-50EDBBDC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7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F247-7985-AA00-43A8-3B86DE78D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AC331E-206F-7399-2808-16FA21CAC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79110-6B4E-E378-3EA5-7BB2B535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4121EE-D8E3-48C2-97A6-763634B7B12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514DF-F231-108B-0F65-B26B119D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E27DF-6890-7262-12D4-A82FD453E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253E1B-469D-4E9A-BD20-50EDBBDC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44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E64FE1-51E1-3BE9-3FA9-B521E0AED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6D352-6FA2-8E7A-2BDE-5F03E9122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B320E-5B77-0588-6085-89F70F1F77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4121EE-D8E3-48C2-97A6-763634B7B12A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66F4E-837E-9581-84F9-0DC58D578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73C3F-8D86-26B6-2E62-4841E230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253E1B-469D-4E9A-BD20-50EDBBDC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2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881E8A-C4F0-6051-C819-D5D264B4902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62917"/>
            <a:ext cx="12192000" cy="692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8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294664D3-18E0-6707-7B0E-202EDA33FC4C}"/>
              </a:ext>
            </a:extLst>
          </p:cNvPr>
          <p:cNvSpPr/>
          <p:nvPr/>
        </p:nvSpPr>
        <p:spPr>
          <a:xfrm>
            <a:off x="6929719" y="5441576"/>
            <a:ext cx="2752164" cy="851648"/>
          </a:xfrm>
          <a:prstGeom prst="wedgeRoundRectCallout">
            <a:avLst>
              <a:gd name="adj1" fmla="val -53739"/>
              <a:gd name="adj2" fmla="val 9786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Type your messages here</a:t>
            </a:r>
          </a:p>
        </p:txBody>
      </p:sp>
    </p:spTree>
    <p:extLst>
      <p:ext uri="{BB962C8B-B14F-4D97-AF65-F5344CB8AC3E}">
        <p14:creationId xmlns:p14="http://schemas.microsoft.com/office/powerpoint/2010/main" val="2720661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76"/>
    </mc:Choice>
    <mc:Fallback>
      <p:transition spd="slow" advTm="377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C8C0401-4E3D-158D-1D93-8B6009144637}"/>
              </a:ext>
            </a:extLst>
          </p:cNvPr>
          <p:cNvSpPr/>
          <p:nvPr/>
        </p:nvSpPr>
        <p:spPr>
          <a:xfrm>
            <a:off x="2321860" y="5818094"/>
            <a:ext cx="2563905" cy="896471"/>
          </a:xfrm>
          <a:prstGeom prst="wedgeRoundRectCallout">
            <a:avLst>
              <a:gd name="adj1" fmla="val -70511"/>
              <a:gd name="adj2" fmla="val 6196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Settings menu and quick access to mute and deafen</a:t>
            </a:r>
          </a:p>
        </p:txBody>
      </p:sp>
    </p:spTree>
    <p:extLst>
      <p:ext uri="{BB962C8B-B14F-4D97-AF65-F5344CB8AC3E}">
        <p14:creationId xmlns:p14="http://schemas.microsoft.com/office/powerpoint/2010/main" val="3288965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64"/>
    </mc:Choice>
    <mc:Fallback>
      <p:transition spd="slow" advTm="356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2FF1EC3-4D5B-04B6-51AB-B1D1E95E6D05}"/>
              </a:ext>
            </a:extLst>
          </p:cNvPr>
          <p:cNvSpPr/>
          <p:nvPr/>
        </p:nvSpPr>
        <p:spPr>
          <a:xfrm>
            <a:off x="2277034" y="1335740"/>
            <a:ext cx="2796989" cy="1783977"/>
          </a:xfrm>
          <a:prstGeom prst="wedgeRoundRectCallout">
            <a:avLst>
              <a:gd name="adj1" fmla="val -106205"/>
              <a:gd name="adj2" fmla="val -5651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Channel list. Highlighted channel names indicate new messages since last visit</a:t>
            </a:r>
          </a:p>
        </p:txBody>
      </p:sp>
    </p:spTree>
    <p:extLst>
      <p:ext uri="{BB962C8B-B14F-4D97-AF65-F5344CB8AC3E}">
        <p14:creationId xmlns:p14="http://schemas.microsoft.com/office/powerpoint/2010/main" val="115721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86"/>
    </mc:Choice>
    <mc:Fallback>
      <p:transition spd="slow" advTm="338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B620607-C64F-6FDD-710E-316589178A2A}"/>
              </a:ext>
            </a:extLst>
          </p:cNvPr>
          <p:cNvSpPr/>
          <p:nvPr/>
        </p:nvSpPr>
        <p:spPr>
          <a:xfrm>
            <a:off x="1147482" y="466165"/>
            <a:ext cx="2286000" cy="1362636"/>
          </a:xfrm>
          <a:prstGeom prst="wedgeRoundRectCallout">
            <a:avLst>
              <a:gd name="adj1" fmla="val -80731"/>
              <a:gd name="adj2" fmla="val -1369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List of joined server icons. Mouseover to see the name</a:t>
            </a:r>
          </a:p>
        </p:txBody>
      </p:sp>
    </p:spTree>
    <p:extLst>
      <p:ext uri="{BB962C8B-B14F-4D97-AF65-F5344CB8AC3E}">
        <p14:creationId xmlns:p14="http://schemas.microsoft.com/office/powerpoint/2010/main" val="3218342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89"/>
    </mc:Choice>
    <mc:Fallback>
      <p:transition spd="slow" advTm="338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A674429-9396-40B8-F9EC-50A1E808DC53}"/>
              </a:ext>
            </a:extLst>
          </p:cNvPr>
          <p:cNvSpPr/>
          <p:nvPr/>
        </p:nvSpPr>
        <p:spPr>
          <a:xfrm>
            <a:off x="2492188" y="726141"/>
            <a:ext cx="3074894" cy="735107"/>
          </a:xfrm>
          <a:prstGeom prst="wedgeRoundRectCallout">
            <a:avLst>
              <a:gd name="adj1" fmla="val -42699"/>
              <a:gd name="adj2" fmla="val -9661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channel name and a 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626712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64"/>
    </mc:Choice>
    <mc:Fallback>
      <p:transition spd="slow" advTm="336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C6AB4BD3-E73D-883A-B280-DA97F1E8B7C7}"/>
              </a:ext>
            </a:extLst>
          </p:cNvPr>
          <p:cNvSpPr/>
          <p:nvPr/>
        </p:nvSpPr>
        <p:spPr>
          <a:xfrm>
            <a:off x="8597153" y="708212"/>
            <a:ext cx="1981200" cy="932329"/>
          </a:xfrm>
          <a:prstGeom prst="wedgeRoundRectCallout">
            <a:avLst>
              <a:gd name="adj1" fmla="val 44778"/>
              <a:gd name="adj2" fmla="val -87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Search bar</a:t>
            </a:r>
          </a:p>
        </p:txBody>
      </p:sp>
    </p:spTree>
    <p:extLst>
      <p:ext uri="{BB962C8B-B14F-4D97-AF65-F5344CB8AC3E}">
        <p14:creationId xmlns:p14="http://schemas.microsoft.com/office/powerpoint/2010/main" val="1461782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49"/>
    </mc:Choice>
    <mc:Fallback>
      <p:transition spd="slow" advTm="334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7144BBD-A692-EB01-E558-E869F33EAE19}"/>
              </a:ext>
            </a:extLst>
          </p:cNvPr>
          <p:cNvSpPr/>
          <p:nvPr/>
        </p:nvSpPr>
        <p:spPr>
          <a:xfrm>
            <a:off x="7467601" y="1882589"/>
            <a:ext cx="2698376" cy="1443317"/>
          </a:xfrm>
          <a:prstGeom prst="wedgeRoundRectCallout">
            <a:avLst>
              <a:gd name="adj1" fmla="val 86980"/>
              <a:gd name="adj2" fmla="val -5960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server members, separated by server role and online status</a:t>
            </a:r>
          </a:p>
        </p:txBody>
      </p:sp>
    </p:spTree>
    <p:extLst>
      <p:ext uri="{BB962C8B-B14F-4D97-AF65-F5344CB8AC3E}">
        <p14:creationId xmlns:p14="http://schemas.microsoft.com/office/powerpoint/2010/main" val="4225725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40"/>
    </mc:Choice>
    <mc:Fallback>
      <p:transition spd="slow" advTm="324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080FA0B1-76FC-E2DE-1723-31632415CA50}"/>
              </a:ext>
            </a:extLst>
          </p:cNvPr>
          <p:cNvSpPr/>
          <p:nvPr/>
        </p:nvSpPr>
        <p:spPr>
          <a:xfrm>
            <a:off x="4634753" y="1810871"/>
            <a:ext cx="3119718" cy="1004047"/>
          </a:xfrm>
          <a:prstGeom prst="wedgeRoundRectCallout">
            <a:avLst>
              <a:gd name="adj1" fmla="val -38936"/>
              <a:gd name="adj2" fmla="val 10803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Channel content. It can be text, images, or embedded video</a:t>
            </a:r>
          </a:p>
        </p:txBody>
      </p:sp>
    </p:spTree>
    <p:extLst>
      <p:ext uri="{BB962C8B-B14F-4D97-AF65-F5344CB8AC3E}">
        <p14:creationId xmlns:p14="http://schemas.microsoft.com/office/powerpoint/2010/main" val="2068582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05"/>
    </mc:Choice>
    <mc:Fallback>
      <p:transition spd="slow" advTm="340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Palmer</dc:creator>
  <cp:lastModifiedBy>Robert Palmer</cp:lastModifiedBy>
  <cp:revision>1</cp:revision>
  <dcterms:created xsi:type="dcterms:W3CDTF">2025-05-01T22:49:39Z</dcterms:created>
  <dcterms:modified xsi:type="dcterms:W3CDTF">2025-05-01T22:49:50Z</dcterms:modified>
</cp:coreProperties>
</file>